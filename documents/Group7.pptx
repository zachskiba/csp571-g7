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4673" r:id="rId2"/>
    <p:sldId id="4675" r:id="rId3"/>
    <p:sldId id="4676" r:id="rId4"/>
    <p:sldId id="4680" r:id="rId5"/>
    <p:sldId id="4681" r:id="rId6"/>
    <p:sldId id="4678" r:id="rId7"/>
    <p:sldId id="4683" r:id="rId8"/>
    <p:sldId id="4685" r:id="rId9"/>
    <p:sldId id="4686" r:id="rId10"/>
    <p:sldId id="4687" r:id="rId11"/>
    <p:sldId id="4697" r:id="rId12"/>
    <p:sldId id="4698" r:id="rId13"/>
    <p:sldId id="4699" r:id="rId14"/>
    <p:sldId id="4691" r:id="rId15"/>
    <p:sldId id="4700" r:id="rId16"/>
    <p:sldId id="46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B8B12-17A4-C90A-DE69-21DE6ADE804E}" v="18" dt="2025-04-20T06:25:52.488"/>
    <p1510:client id="{5734B432-80ED-3017-B41F-F0B3A361E25B}" v="3" dt="2025-04-19T00:25:53.616"/>
    <p1510:client id="{A6EF42BA-2260-1C86-DE19-1C336CDA3AC1}" v="283" dt="2025-04-20T21:53:49.495"/>
    <p1510:client id="{BBB9EF4B-7C49-11A6-C031-DC582F16C796}" v="506" dt="2025-04-20T23:37:20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202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-Ning Tseng" userId="S::ytseng5@hawk.iit.edu::7a00e2b1-9356-415d-b006-206d44e74778" providerId="AD" clId="Web-{792CA1C8-65F6-3D76-DE3C-B549338CE4A2}"/>
    <pc:docChg chg="addSld modSld">
      <pc:chgData name="Yi-Ning Tseng" userId="S::ytseng5@hawk.iit.edu::7a00e2b1-9356-415d-b006-206d44e74778" providerId="AD" clId="Web-{792CA1C8-65F6-3D76-DE3C-B549338CE4A2}" dt="2025-04-18T20:32:21.454" v="53" actId="20577"/>
      <pc:docMkLst>
        <pc:docMk/>
      </pc:docMkLst>
      <pc:sldChg chg="addSp modSp add">
        <pc:chgData name="Yi-Ning Tseng" userId="S::ytseng5@hawk.iit.edu::7a00e2b1-9356-415d-b006-206d44e74778" providerId="AD" clId="Web-{792CA1C8-65F6-3D76-DE3C-B549338CE4A2}" dt="2025-04-18T20:31:11.749" v="49" actId="20577"/>
        <pc:sldMkLst>
          <pc:docMk/>
          <pc:sldMk cId="2195993846" sldId="4682"/>
        </pc:sldMkLst>
        <pc:spChg chg="mod">
          <ac:chgData name="Yi-Ning Tseng" userId="S::ytseng5@hawk.iit.edu::7a00e2b1-9356-415d-b006-206d44e74778" providerId="AD" clId="Web-{792CA1C8-65F6-3D76-DE3C-B549338CE4A2}" dt="2025-04-18T20:30:48.701" v="46" actId="1076"/>
          <ac:spMkLst>
            <pc:docMk/>
            <pc:sldMk cId="2195993846" sldId="4682"/>
            <ac:spMk id="2" creationId="{2371BDD2-EB07-D6BA-FC77-84A31F05461D}"/>
          </ac:spMkLst>
        </pc:spChg>
        <pc:spChg chg="add mod">
          <ac:chgData name="Yi-Ning Tseng" userId="S::ytseng5@hawk.iit.edu::7a00e2b1-9356-415d-b006-206d44e74778" providerId="AD" clId="Web-{792CA1C8-65F6-3D76-DE3C-B549338CE4A2}" dt="2025-04-18T20:31:11.749" v="49" actId="20577"/>
          <ac:spMkLst>
            <pc:docMk/>
            <pc:sldMk cId="2195993846" sldId="4682"/>
            <ac:spMk id="4" creationId="{F0F16FB0-59DE-E9F0-79B4-7E603D2A69A2}"/>
          </ac:spMkLst>
        </pc:spChg>
      </pc:sldChg>
      <pc:sldChg chg="modSp add">
        <pc:chgData name="Yi-Ning Tseng" userId="S::ytseng5@hawk.iit.edu::7a00e2b1-9356-415d-b006-206d44e74778" providerId="AD" clId="Web-{792CA1C8-65F6-3D76-DE3C-B549338CE4A2}" dt="2025-04-18T20:12:03.682" v="14" actId="14100"/>
        <pc:sldMkLst>
          <pc:docMk/>
          <pc:sldMk cId="2153496185" sldId="4702"/>
        </pc:sldMkLst>
        <pc:spChg chg="mod">
          <ac:chgData name="Yi-Ning Tseng" userId="S::ytseng5@hawk.iit.edu::7a00e2b1-9356-415d-b006-206d44e74778" providerId="AD" clId="Web-{792CA1C8-65F6-3D76-DE3C-B549338CE4A2}" dt="2025-04-18T20:12:03.682" v="14" actId="14100"/>
          <ac:spMkLst>
            <pc:docMk/>
            <pc:sldMk cId="2153496185" sldId="4702"/>
            <ac:spMk id="3" creationId="{ABA3B38E-F91C-7E5F-2CC6-74C53CD97125}"/>
          </ac:spMkLst>
        </pc:spChg>
        <pc:spChg chg="mod">
          <ac:chgData name="Yi-Ning Tseng" userId="S::ytseng5@hawk.iit.edu::7a00e2b1-9356-415d-b006-206d44e74778" providerId="AD" clId="Web-{792CA1C8-65F6-3D76-DE3C-B549338CE4A2}" dt="2025-04-18T20:10:58.008" v="5" actId="1076"/>
          <ac:spMkLst>
            <pc:docMk/>
            <pc:sldMk cId="2153496185" sldId="4702"/>
            <ac:spMk id="4" creationId="{A98CC980-84C6-92AD-CF55-F4090E2C290C}"/>
          </ac:spMkLst>
        </pc:spChg>
      </pc:sldChg>
      <pc:sldChg chg="modSp add">
        <pc:chgData name="Yi-Ning Tseng" userId="S::ytseng5@hawk.iit.edu::7a00e2b1-9356-415d-b006-206d44e74778" providerId="AD" clId="Web-{792CA1C8-65F6-3D76-DE3C-B549338CE4A2}" dt="2025-04-18T20:32:21.454" v="53" actId="20577"/>
        <pc:sldMkLst>
          <pc:docMk/>
          <pc:sldMk cId="435184643" sldId="4703"/>
        </pc:sldMkLst>
        <pc:spChg chg="mod">
          <ac:chgData name="Yi-Ning Tseng" userId="S::ytseng5@hawk.iit.edu::7a00e2b1-9356-415d-b006-206d44e74778" providerId="AD" clId="Web-{792CA1C8-65F6-3D76-DE3C-B549338CE4A2}" dt="2025-04-18T20:32:21.454" v="53" actId="20577"/>
          <ac:spMkLst>
            <pc:docMk/>
            <pc:sldMk cId="435184643" sldId="4703"/>
            <ac:spMk id="2" creationId="{69B5ACD2-9BF1-BF28-9156-FF8913B91E5E}"/>
          </ac:spMkLst>
        </pc:spChg>
      </pc:sldChg>
      <pc:sldChg chg="modSp add">
        <pc:chgData name="Yi-Ning Tseng" userId="S::ytseng5@hawk.iit.edu::7a00e2b1-9356-415d-b006-206d44e74778" providerId="AD" clId="Web-{792CA1C8-65F6-3D76-DE3C-B549338CE4A2}" dt="2025-04-18T20:29:10.558" v="39" actId="20577"/>
        <pc:sldMkLst>
          <pc:docMk/>
          <pc:sldMk cId="1100017162" sldId="4704"/>
        </pc:sldMkLst>
        <pc:spChg chg="mod">
          <ac:chgData name="Yi-Ning Tseng" userId="S::ytseng5@hawk.iit.edu::7a00e2b1-9356-415d-b006-206d44e74778" providerId="AD" clId="Web-{792CA1C8-65F6-3D76-DE3C-B549338CE4A2}" dt="2025-04-18T20:18:36.226" v="18" actId="20577"/>
          <ac:spMkLst>
            <pc:docMk/>
            <pc:sldMk cId="1100017162" sldId="4704"/>
            <ac:spMk id="2" creationId="{F1AA737F-3498-8E71-E46E-6F266D93A5BD}"/>
          </ac:spMkLst>
        </pc:spChg>
        <pc:spChg chg="mod">
          <ac:chgData name="Yi-Ning Tseng" userId="S::ytseng5@hawk.iit.edu::7a00e2b1-9356-415d-b006-206d44e74778" providerId="AD" clId="Web-{792CA1C8-65F6-3D76-DE3C-B549338CE4A2}" dt="2025-04-18T20:29:10.558" v="39" actId="20577"/>
          <ac:spMkLst>
            <pc:docMk/>
            <pc:sldMk cId="1100017162" sldId="4704"/>
            <ac:spMk id="3" creationId="{F8B12990-F0D7-526F-6BFF-F93D58EB12B4}"/>
          </ac:spMkLst>
        </pc:spChg>
      </pc:sldChg>
    </pc:docChg>
  </pc:docChgLst>
  <pc:docChgLst>
    <pc:chgData name="Mohemmad Asif Azhar" userId="S::mazhar2@hawk.iit.edu::71ef3cb6-9ea7-43ee-bdf9-c068a689d2f6" providerId="AD" clId="Web-{BBB9EF4B-7C49-11A6-C031-DC582F16C796}"/>
    <pc:docChg chg="addSld modSld">
      <pc:chgData name="Mohemmad Asif Azhar" userId="S::mazhar2@hawk.iit.edu::71ef3cb6-9ea7-43ee-bdf9-c068a689d2f6" providerId="AD" clId="Web-{BBB9EF4B-7C49-11A6-C031-DC582F16C796}" dt="2025-04-20T23:37:18.802" v="482" actId="20577"/>
      <pc:docMkLst>
        <pc:docMk/>
      </pc:docMkLst>
      <pc:sldChg chg="modSp">
        <pc:chgData name="Mohemmad Asif Azhar" userId="S::mazhar2@hawk.iit.edu::71ef3cb6-9ea7-43ee-bdf9-c068a689d2f6" providerId="AD" clId="Web-{BBB9EF4B-7C49-11A6-C031-DC582F16C796}" dt="2025-04-20T23:37:18.802" v="482" actId="20577"/>
        <pc:sldMkLst>
          <pc:docMk/>
          <pc:sldMk cId="2195993846" sldId="4682"/>
        </pc:sldMkLst>
        <pc:spChg chg="mod">
          <ac:chgData name="Mohemmad Asif Azhar" userId="S::mazhar2@hawk.iit.edu::71ef3cb6-9ea7-43ee-bdf9-c068a689d2f6" providerId="AD" clId="Web-{BBB9EF4B-7C49-11A6-C031-DC582F16C796}" dt="2025-04-20T23:37:18.802" v="482" actId="20577"/>
          <ac:spMkLst>
            <pc:docMk/>
            <pc:sldMk cId="2195993846" sldId="4682"/>
            <ac:spMk id="4" creationId="{F0F16FB0-59DE-E9F0-79B4-7E603D2A69A2}"/>
          </ac:spMkLst>
        </pc:spChg>
      </pc:sldChg>
      <pc:sldChg chg="modSp">
        <pc:chgData name="Mohemmad Asif Azhar" userId="S::mazhar2@hawk.iit.edu::71ef3cb6-9ea7-43ee-bdf9-c068a689d2f6" providerId="AD" clId="Web-{BBB9EF4B-7C49-11A6-C031-DC582F16C796}" dt="2025-04-20T23:12:43.129" v="11" actId="20577"/>
        <pc:sldMkLst>
          <pc:docMk/>
          <pc:sldMk cId="404948661" sldId="4701"/>
        </pc:sldMkLst>
        <pc:spChg chg="mod">
          <ac:chgData name="Mohemmad Asif Azhar" userId="S::mazhar2@hawk.iit.edu::71ef3cb6-9ea7-43ee-bdf9-c068a689d2f6" providerId="AD" clId="Web-{BBB9EF4B-7C49-11A6-C031-DC582F16C796}" dt="2025-04-20T23:12:43.129" v="11" actId="20577"/>
          <ac:spMkLst>
            <pc:docMk/>
            <pc:sldMk cId="404948661" sldId="4701"/>
            <ac:spMk id="3" creationId="{96CCE84F-1456-1A7F-525C-36AE6E1DD801}"/>
          </ac:spMkLst>
        </pc:spChg>
      </pc:sldChg>
      <pc:sldChg chg="addSp delSp modSp">
        <pc:chgData name="Mohemmad Asif Azhar" userId="S::mazhar2@hawk.iit.edu::71ef3cb6-9ea7-43ee-bdf9-c068a689d2f6" providerId="AD" clId="Web-{BBB9EF4B-7C49-11A6-C031-DC582F16C796}" dt="2025-04-20T23:31:38.903" v="358" actId="14100"/>
        <pc:sldMkLst>
          <pc:docMk/>
          <pc:sldMk cId="2437341807" sldId="4710"/>
        </pc:sldMkLst>
        <pc:picChg chg="add mod">
          <ac:chgData name="Mohemmad Asif Azhar" userId="S::mazhar2@hawk.iit.edu::71ef3cb6-9ea7-43ee-bdf9-c068a689d2f6" providerId="AD" clId="Web-{BBB9EF4B-7C49-11A6-C031-DC582F16C796}" dt="2025-04-20T23:31:38.903" v="358" actId="14100"/>
          <ac:picMkLst>
            <pc:docMk/>
            <pc:sldMk cId="2437341807" sldId="4710"/>
            <ac:picMk id="3" creationId="{5FC881E6-8F9E-6255-92C2-BE660B1B4712}"/>
          </ac:picMkLst>
        </pc:picChg>
        <pc:picChg chg="del">
          <ac:chgData name="Mohemmad Asif Azhar" userId="S::mazhar2@hawk.iit.edu::71ef3cb6-9ea7-43ee-bdf9-c068a689d2f6" providerId="AD" clId="Web-{BBB9EF4B-7C49-11A6-C031-DC582F16C796}" dt="2025-04-20T23:31:19.059" v="354"/>
          <ac:picMkLst>
            <pc:docMk/>
            <pc:sldMk cId="2437341807" sldId="4710"/>
            <ac:picMk id="5" creationId="{B350EED7-E846-B524-1197-7CEE9AA94039}"/>
          </ac:picMkLst>
        </pc:picChg>
      </pc:sldChg>
      <pc:sldChg chg="modSp add replId">
        <pc:chgData name="Mohemmad Asif Azhar" userId="S::mazhar2@hawk.iit.edu::71ef3cb6-9ea7-43ee-bdf9-c068a689d2f6" providerId="AD" clId="Web-{BBB9EF4B-7C49-11A6-C031-DC582F16C796}" dt="2025-04-20T23:36:44.645" v="475" actId="20577"/>
        <pc:sldMkLst>
          <pc:docMk/>
          <pc:sldMk cId="803896827" sldId="4714"/>
        </pc:sldMkLst>
        <pc:spChg chg="mod">
          <ac:chgData name="Mohemmad Asif Azhar" userId="S::mazhar2@hawk.iit.edu::71ef3cb6-9ea7-43ee-bdf9-c068a689d2f6" providerId="AD" clId="Web-{BBB9EF4B-7C49-11A6-C031-DC582F16C796}" dt="2025-04-20T23:25:21.052" v="223" actId="20577"/>
          <ac:spMkLst>
            <pc:docMk/>
            <pc:sldMk cId="803896827" sldId="4714"/>
            <ac:spMk id="3" creationId="{87B527CA-303A-9ABC-3531-A837D6F7504D}"/>
          </ac:spMkLst>
        </pc:spChg>
        <pc:spChg chg="mod">
          <ac:chgData name="Mohemmad Asif Azhar" userId="S::mazhar2@hawk.iit.edu::71ef3cb6-9ea7-43ee-bdf9-c068a689d2f6" providerId="AD" clId="Web-{BBB9EF4B-7C49-11A6-C031-DC582F16C796}" dt="2025-04-20T23:36:44.645" v="475" actId="20577"/>
          <ac:spMkLst>
            <pc:docMk/>
            <pc:sldMk cId="803896827" sldId="4714"/>
            <ac:spMk id="4" creationId="{E3DADD7D-B2A0-47FA-FED9-406196F4DDE1}"/>
          </ac:spMkLst>
        </pc:spChg>
      </pc:sldChg>
      <pc:sldChg chg="addSp delSp modSp add replId">
        <pc:chgData name="Mohemmad Asif Azhar" userId="S::mazhar2@hawk.iit.edu::71ef3cb6-9ea7-43ee-bdf9-c068a689d2f6" providerId="AD" clId="Web-{BBB9EF4B-7C49-11A6-C031-DC582F16C796}" dt="2025-04-20T23:35:49.597" v="474"/>
        <pc:sldMkLst>
          <pc:docMk/>
          <pc:sldMk cId="3666858227" sldId="4715"/>
        </pc:sldMkLst>
        <pc:spChg chg="mod">
          <ac:chgData name="Mohemmad Asif Azhar" userId="S::mazhar2@hawk.iit.edu::71ef3cb6-9ea7-43ee-bdf9-c068a689d2f6" providerId="AD" clId="Web-{BBB9EF4B-7C49-11A6-C031-DC582F16C796}" dt="2025-04-20T23:35:25.659" v="470" actId="20577"/>
          <ac:spMkLst>
            <pc:docMk/>
            <pc:sldMk cId="3666858227" sldId="4715"/>
            <ac:spMk id="3" creationId="{F7A37F1C-F502-9D2D-43A3-6BB09D915665}"/>
          </ac:spMkLst>
        </pc:spChg>
        <pc:spChg chg="mod">
          <ac:chgData name="Mohemmad Asif Azhar" userId="S::mazhar2@hawk.iit.edu::71ef3cb6-9ea7-43ee-bdf9-c068a689d2f6" providerId="AD" clId="Web-{BBB9EF4B-7C49-11A6-C031-DC582F16C796}" dt="2025-04-20T23:21:45.532" v="111" actId="20577"/>
          <ac:spMkLst>
            <pc:docMk/>
            <pc:sldMk cId="3666858227" sldId="4715"/>
            <ac:spMk id="4" creationId="{9D811144-B6DC-A973-1D53-9165AF3EA90E}"/>
          </ac:spMkLst>
        </pc:spChg>
        <pc:graphicFrameChg chg="add mod modGraphic">
          <ac:chgData name="Mohemmad Asif Azhar" userId="S::mazhar2@hawk.iit.edu::71ef3cb6-9ea7-43ee-bdf9-c068a689d2f6" providerId="AD" clId="Web-{BBB9EF4B-7C49-11A6-C031-DC582F16C796}" dt="2025-04-20T23:35:49.597" v="474"/>
          <ac:graphicFrameMkLst>
            <pc:docMk/>
            <pc:sldMk cId="3666858227" sldId="4715"/>
            <ac:graphicFrameMk id="11" creationId="{6CBDB6F0-793A-D279-72D8-7F597B4BC814}"/>
          </ac:graphicFrameMkLst>
        </pc:graphicFrameChg>
        <pc:picChg chg="add del mod">
          <ac:chgData name="Mohemmad Asif Azhar" userId="S::mazhar2@hawk.iit.edu::71ef3cb6-9ea7-43ee-bdf9-c068a689d2f6" providerId="AD" clId="Web-{BBB9EF4B-7C49-11A6-C031-DC582F16C796}" dt="2025-04-20T23:22:17.532" v="112"/>
          <ac:picMkLst>
            <pc:docMk/>
            <pc:sldMk cId="3666858227" sldId="4715"/>
            <ac:picMk id="6" creationId="{42EADF08-C4E9-2DE6-BAC9-446416DF1CE6}"/>
          </ac:picMkLst>
        </pc:picChg>
        <pc:picChg chg="add del mod">
          <ac:chgData name="Mohemmad Asif Azhar" userId="S::mazhar2@hawk.iit.edu::71ef3cb6-9ea7-43ee-bdf9-c068a689d2f6" providerId="AD" clId="Web-{BBB9EF4B-7C49-11A6-C031-DC582F16C796}" dt="2025-04-20T23:22:19.548" v="113"/>
          <ac:picMkLst>
            <pc:docMk/>
            <pc:sldMk cId="3666858227" sldId="4715"/>
            <ac:picMk id="8" creationId="{D5737811-B40B-D180-FE92-8A536DBF4AA8}"/>
          </ac:picMkLst>
        </pc:picChg>
        <pc:picChg chg="add del mod">
          <ac:chgData name="Mohemmad Asif Azhar" userId="S::mazhar2@hawk.iit.edu::71ef3cb6-9ea7-43ee-bdf9-c068a689d2f6" providerId="AD" clId="Web-{BBB9EF4B-7C49-11A6-C031-DC582F16C796}" dt="2025-04-20T23:22:21.689" v="114"/>
          <ac:picMkLst>
            <pc:docMk/>
            <pc:sldMk cId="3666858227" sldId="4715"/>
            <ac:picMk id="10" creationId="{7DBF10F7-2F3A-B177-A279-B66ADAE0CA53}"/>
          </ac:picMkLst>
        </pc:picChg>
      </pc:sldChg>
    </pc:docChg>
  </pc:docChgLst>
  <pc:docChgLst>
    <pc:chgData name="Mohemmad Asif Azhar" userId="S::mazhar2@hawk.iit.edu::71ef3cb6-9ea7-43ee-bdf9-c068a689d2f6" providerId="AD" clId="Web-{98DC4F5F-4979-D411-FD70-BE0FEA69EE90}"/>
    <pc:docChg chg="addSld delSld modSld">
      <pc:chgData name="Mohemmad Asif Azhar" userId="S::mazhar2@hawk.iit.edu::71ef3cb6-9ea7-43ee-bdf9-c068a689d2f6" providerId="AD" clId="Web-{98DC4F5F-4979-D411-FD70-BE0FEA69EE90}" dt="2025-03-15T23:19:08.869" v="1568"/>
      <pc:docMkLst>
        <pc:docMk/>
      </pc:docMkLst>
      <pc:sldChg chg="modSp">
        <pc:chgData name="Mohemmad Asif Azhar" userId="S::mazhar2@hawk.iit.edu::71ef3cb6-9ea7-43ee-bdf9-c068a689d2f6" providerId="AD" clId="Web-{98DC4F5F-4979-D411-FD70-BE0FEA69EE90}" dt="2025-03-15T21:59:13.430" v="609"/>
        <pc:sldMkLst>
          <pc:docMk/>
          <pc:sldMk cId="2256319116" sldId="4687"/>
        </pc:sldMkLst>
        <pc:spChg chg="mod">
          <ac:chgData name="Mohemmad Asif Azhar" userId="S::mazhar2@hawk.iit.edu::71ef3cb6-9ea7-43ee-bdf9-c068a689d2f6" providerId="AD" clId="Web-{98DC4F5F-4979-D411-FD70-BE0FEA69EE90}" dt="2025-03-15T21:59:13.430" v="609"/>
          <ac:spMkLst>
            <pc:docMk/>
            <pc:sldMk cId="2256319116" sldId="4687"/>
            <ac:spMk id="3" creationId="{A5E3AA0A-C4B9-E5D4-7B40-5C94F5686F78}"/>
          </ac:spMkLst>
        </pc:spChg>
      </pc:sldChg>
      <pc:sldChg chg="modSp">
        <pc:chgData name="Mohemmad Asif Azhar" userId="S::mazhar2@hawk.iit.edu::71ef3cb6-9ea7-43ee-bdf9-c068a689d2f6" providerId="AD" clId="Web-{98DC4F5F-4979-D411-FD70-BE0FEA69EE90}" dt="2025-03-15T22:23:55.650" v="1006" actId="20577"/>
        <pc:sldMkLst>
          <pc:docMk/>
          <pc:sldMk cId="811391140" sldId="4691"/>
        </pc:sldMkLst>
        <pc:spChg chg="mod">
          <ac:chgData name="Mohemmad Asif Azhar" userId="S::mazhar2@hawk.iit.edu::71ef3cb6-9ea7-43ee-bdf9-c068a689d2f6" providerId="AD" clId="Web-{98DC4F5F-4979-D411-FD70-BE0FEA69EE90}" dt="2025-03-15T22:23:55.650" v="1006" actId="20577"/>
          <ac:spMkLst>
            <pc:docMk/>
            <pc:sldMk cId="811391140" sldId="4691"/>
            <ac:spMk id="4" creationId="{6918F2D9-B010-7532-B7AA-B79450EA65EB}"/>
          </ac:spMkLst>
        </pc:spChg>
      </pc:sldChg>
      <pc:sldChg chg="modSp">
        <pc:chgData name="Mohemmad Asif Azhar" userId="S::mazhar2@hawk.iit.edu::71ef3cb6-9ea7-43ee-bdf9-c068a689d2f6" providerId="AD" clId="Web-{98DC4F5F-4979-D411-FD70-BE0FEA69EE90}" dt="2025-03-15T22:23:51.041" v="1005" actId="20577"/>
        <pc:sldMkLst>
          <pc:docMk/>
          <pc:sldMk cId="1262337004" sldId="4692"/>
        </pc:sldMkLst>
        <pc:spChg chg="mod">
          <ac:chgData name="Mohemmad Asif Azhar" userId="S::mazhar2@hawk.iit.edu::71ef3cb6-9ea7-43ee-bdf9-c068a689d2f6" providerId="AD" clId="Web-{98DC4F5F-4979-D411-FD70-BE0FEA69EE90}" dt="2025-03-15T22:23:51.041" v="1005" actId="20577"/>
          <ac:spMkLst>
            <pc:docMk/>
            <pc:sldMk cId="1262337004" sldId="4692"/>
            <ac:spMk id="4" creationId="{61C1DE24-AA67-AE30-ACD7-428F2E4EBFFD}"/>
          </ac:spMkLst>
        </pc:spChg>
      </pc:sldChg>
      <pc:sldChg chg="del">
        <pc:chgData name="Mohemmad Asif Azhar" userId="S::mazhar2@hawk.iit.edu::71ef3cb6-9ea7-43ee-bdf9-c068a689d2f6" providerId="AD" clId="Web-{98DC4F5F-4979-D411-FD70-BE0FEA69EE90}" dt="2025-03-14T16:13:56.477" v="0"/>
        <pc:sldMkLst>
          <pc:docMk/>
          <pc:sldMk cId="1503121227" sldId="4694"/>
        </pc:sldMkLst>
      </pc:sldChg>
      <pc:sldChg chg="modSp">
        <pc:chgData name="Mohemmad Asif Azhar" userId="S::mazhar2@hawk.iit.edu::71ef3cb6-9ea7-43ee-bdf9-c068a689d2f6" providerId="AD" clId="Web-{98DC4F5F-4979-D411-FD70-BE0FEA69EE90}" dt="2025-03-15T23:12:31.026" v="1361" actId="20577"/>
        <pc:sldMkLst>
          <pc:docMk/>
          <pc:sldMk cId="1170297730" sldId="4695"/>
        </pc:sldMkLst>
        <pc:spChg chg="mod">
          <ac:chgData name="Mohemmad Asif Azhar" userId="S::mazhar2@hawk.iit.edu::71ef3cb6-9ea7-43ee-bdf9-c068a689d2f6" providerId="AD" clId="Web-{98DC4F5F-4979-D411-FD70-BE0FEA69EE90}" dt="2025-03-15T23:12:31.026" v="1361" actId="20577"/>
          <ac:spMkLst>
            <pc:docMk/>
            <pc:sldMk cId="1170297730" sldId="4695"/>
            <ac:spMk id="3" creationId="{7A5A1A64-1134-79CF-16DE-BF74F1EBC1A1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36:34.107" v="1055" actId="20577"/>
          <ac:spMkLst>
            <pc:docMk/>
            <pc:sldMk cId="1170297730" sldId="4695"/>
            <ac:spMk id="4" creationId="{BB683BC3-0F97-C853-4889-D4E6FD6C1CF0}"/>
          </ac:spMkLst>
        </pc:spChg>
      </pc:sldChg>
      <pc:sldChg chg="addSp delSp modSp">
        <pc:chgData name="Mohemmad Asif Azhar" userId="S::mazhar2@hawk.iit.edu::71ef3cb6-9ea7-43ee-bdf9-c068a689d2f6" providerId="AD" clId="Web-{98DC4F5F-4979-D411-FD70-BE0FEA69EE90}" dt="2025-03-15T22:30:54.504" v="1012" actId="14100"/>
        <pc:sldMkLst>
          <pc:docMk/>
          <pc:sldMk cId="3697103648" sldId="4696"/>
        </pc:sldMkLst>
        <pc:spChg chg="mod">
          <ac:chgData name="Mohemmad Asif Azhar" userId="S::mazhar2@hawk.iit.edu::71ef3cb6-9ea7-43ee-bdf9-c068a689d2f6" providerId="AD" clId="Web-{98DC4F5F-4979-D411-FD70-BE0FEA69EE90}" dt="2025-03-15T22:23:47.556" v="1004" actId="20577"/>
          <ac:spMkLst>
            <pc:docMk/>
            <pc:sldMk cId="3697103648" sldId="4696"/>
            <ac:spMk id="4" creationId="{9C15DDB1-7E44-D458-8AEB-3BA6C115AB4B}"/>
          </ac:spMkLst>
        </pc:spChg>
        <pc:picChg chg="add mod">
          <ac:chgData name="Mohemmad Asif Azhar" userId="S::mazhar2@hawk.iit.edu::71ef3cb6-9ea7-43ee-bdf9-c068a689d2f6" providerId="AD" clId="Web-{98DC4F5F-4979-D411-FD70-BE0FEA69EE90}" dt="2025-03-15T22:30:54.504" v="1012" actId="14100"/>
          <ac:picMkLst>
            <pc:docMk/>
            <pc:sldMk cId="3697103648" sldId="4696"/>
            <ac:picMk id="3" creationId="{640CD5E4-73A7-982F-D816-90F61F1FF8A3}"/>
          </ac:picMkLst>
        </pc:picChg>
        <pc:picChg chg="del">
          <ac:chgData name="Mohemmad Asif Azhar" userId="S::mazhar2@hawk.iit.edu::71ef3cb6-9ea7-43ee-bdf9-c068a689d2f6" providerId="AD" clId="Web-{98DC4F5F-4979-D411-FD70-BE0FEA69EE90}" dt="2025-03-15T22:30:40.753" v="1007"/>
          <ac:picMkLst>
            <pc:docMk/>
            <pc:sldMk cId="3697103648" sldId="4696"/>
            <ac:picMk id="14" creationId="{73FB9731-23A2-47AC-8449-457AF2730E4D}"/>
          </ac:picMkLst>
        </pc:picChg>
      </pc:sldChg>
      <pc:sldChg chg="modSp new">
        <pc:chgData name="Mohemmad Asif Azhar" userId="S::mazhar2@hawk.iit.edu::71ef3cb6-9ea7-43ee-bdf9-c068a689d2f6" providerId="AD" clId="Web-{98DC4F5F-4979-D411-FD70-BE0FEA69EE90}" dt="2025-03-15T22:05:20.187" v="685" actId="20577"/>
        <pc:sldMkLst>
          <pc:docMk/>
          <pc:sldMk cId="2101471388" sldId="4697"/>
        </pc:sldMkLst>
        <pc:spChg chg="mod">
          <ac:chgData name="Mohemmad Asif Azhar" userId="S::mazhar2@hawk.iit.edu::71ef3cb6-9ea7-43ee-bdf9-c068a689d2f6" providerId="AD" clId="Web-{98DC4F5F-4979-D411-FD70-BE0FEA69EE90}" dt="2025-03-15T17:55:24.918" v="3" actId="20577"/>
          <ac:spMkLst>
            <pc:docMk/>
            <pc:sldMk cId="2101471388" sldId="4697"/>
            <ac:spMk id="2" creationId="{C925789C-E56D-6C12-8A26-79C9025D8A06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05:20.187" v="685" actId="20577"/>
          <ac:spMkLst>
            <pc:docMk/>
            <pc:sldMk cId="2101471388" sldId="4697"/>
            <ac:spMk id="3" creationId="{0C0B9061-A847-72EF-6E63-92D74F8357E7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1:42:33.780" v="540" actId="20577"/>
          <ac:spMkLst>
            <pc:docMk/>
            <pc:sldMk cId="2101471388" sldId="4697"/>
            <ac:spMk id="4" creationId="{588D71DD-9347-A9D5-0249-32BA33F8B54B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2:21:47.997" v="981" actId="20577"/>
        <pc:sldMkLst>
          <pc:docMk/>
          <pc:sldMk cId="2231341698" sldId="4698"/>
        </pc:sldMkLst>
        <pc:spChg chg="mod">
          <ac:chgData name="Mohemmad Asif Azhar" userId="S::mazhar2@hawk.iit.edu::71ef3cb6-9ea7-43ee-bdf9-c068a689d2f6" providerId="AD" clId="Web-{98DC4F5F-4979-D411-FD70-BE0FEA69EE90}" dt="2025-03-15T22:05:42.876" v="686" actId="20577"/>
          <ac:spMkLst>
            <pc:docMk/>
            <pc:sldMk cId="2231341698" sldId="4698"/>
            <ac:spMk id="2" creationId="{9A40538A-2BB9-9E01-8459-3C5C7D1F3B24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21:47.997" v="981" actId="20577"/>
          <ac:spMkLst>
            <pc:docMk/>
            <pc:sldMk cId="2231341698" sldId="4698"/>
            <ac:spMk id="3" creationId="{738370F2-DB80-5364-5244-4388AE8D8ADA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05:51.485" v="687" actId="20577"/>
          <ac:spMkLst>
            <pc:docMk/>
            <pc:sldMk cId="2231341698" sldId="4698"/>
            <ac:spMk id="4" creationId="{3599981F-19DF-28E0-C0D2-4F907A05168A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2:18:27.016" v="884" actId="20577"/>
        <pc:sldMkLst>
          <pc:docMk/>
          <pc:sldMk cId="4080185270" sldId="4699"/>
        </pc:sldMkLst>
        <pc:spChg chg="mod">
          <ac:chgData name="Mohemmad Asif Azhar" userId="S::mazhar2@hawk.iit.edu::71ef3cb6-9ea7-43ee-bdf9-c068a689d2f6" providerId="AD" clId="Web-{98DC4F5F-4979-D411-FD70-BE0FEA69EE90}" dt="2025-03-15T22:18:27.016" v="884" actId="20577"/>
          <ac:spMkLst>
            <pc:docMk/>
            <pc:sldMk cId="4080185270" sldId="4699"/>
            <ac:spMk id="2" creationId="{DCB71CAB-08BF-B312-8735-92E7F41A84E8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18:00.327" v="882" actId="20577"/>
          <ac:spMkLst>
            <pc:docMk/>
            <pc:sldMk cId="4080185270" sldId="4699"/>
            <ac:spMk id="3" creationId="{0A6E96EC-B0CF-A289-DD6F-7A35E2BED2A7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18:17.359" v="883" actId="20577"/>
          <ac:spMkLst>
            <pc:docMk/>
            <pc:sldMk cId="4080185270" sldId="4699"/>
            <ac:spMk id="4" creationId="{9BB4CFA6-8AC1-343C-8F30-D007D2F7AEFA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3:16:30.031" v="1520" actId="20577"/>
        <pc:sldMkLst>
          <pc:docMk/>
          <pc:sldMk cId="658802010" sldId="4700"/>
        </pc:sldMkLst>
        <pc:spChg chg="mod">
          <ac:chgData name="Mohemmad Asif Azhar" userId="S::mazhar2@hawk.iit.edu::71ef3cb6-9ea7-43ee-bdf9-c068a689d2f6" providerId="AD" clId="Web-{98DC4F5F-4979-D411-FD70-BE0FEA69EE90}" dt="2025-03-15T23:13:07.044" v="1364" actId="20577"/>
          <ac:spMkLst>
            <pc:docMk/>
            <pc:sldMk cId="658802010" sldId="4700"/>
            <ac:spMk id="2" creationId="{F1AA737F-3498-8E71-E46E-6F266D93A5BD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3:16:30.031" v="1520" actId="20577"/>
          <ac:spMkLst>
            <pc:docMk/>
            <pc:sldMk cId="658802010" sldId="4700"/>
            <ac:spMk id="3" creationId="{F8B12990-F0D7-526F-6BFF-F93D58EB12B4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3:13:14.169" v="1365" actId="20577"/>
          <ac:spMkLst>
            <pc:docMk/>
            <pc:sldMk cId="658802010" sldId="4700"/>
            <ac:spMk id="4" creationId="{1DF17FBB-F4D7-C1AE-F607-F0A117D2D927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3:19:08.869" v="1568"/>
        <pc:sldMkLst>
          <pc:docMk/>
          <pc:sldMk cId="404948661" sldId="4701"/>
        </pc:sldMkLst>
        <pc:spChg chg="mod">
          <ac:chgData name="Mohemmad Asif Azhar" userId="S::mazhar2@hawk.iit.edu::71ef3cb6-9ea7-43ee-bdf9-c068a689d2f6" providerId="AD" clId="Web-{98DC4F5F-4979-D411-FD70-BE0FEA69EE90}" dt="2025-03-15T23:18:46.774" v="1566" actId="20577"/>
          <ac:spMkLst>
            <pc:docMk/>
            <pc:sldMk cId="404948661" sldId="4701"/>
            <ac:spMk id="3" creationId="{96CCE84F-1456-1A7F-525C-36AE6E1DD801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3:19:08.869" v="1568"/>
          <ac:spMkLst>
            <pc:docMk/>
            <pc:sldMk cId="404948661" sldId="4701"/>
            <ac:spMk id="4" creationId="{1E0D7426-0968-A998-A09F-C8064812F56A}"/>
          </ac:spMkLst>
        </pc:spChg>
      </pc:sldChg>
    </pc:docChg>
  </pc:docChgLst>
  <pc:docChgLst>
    <pc:chgData name="Mohammed Aftaab Bin Usman" userId="S::maftaabbinusman@hawk.iit.edu::ad213070-49c7-4576-884c-71b00cca66d7" providerId="AD" clId="Web-{2B0EE8A4-B9F2-85C1-A443-79765FF34570}"/>
    <pc:docChg chg="modSld">
      <pc:chgData name="Mohammed Aftaab Bin Usman" userId="S::maftaabbinusman@hawk.iit.edu::ad213070-49c7-4576-884c-71b00cca66d7" providerId="AD" clId="Web-{2B0EE8A4-B9F2-85C1-A443-79765FF34570}" dt="2025-03-15T16:47:13.591" v="2" actId="20577"/>
      <pc:docMkLst>
        <pc:docMk/>
      </pc:docMkLst>
      <pc:sldChg chg="modSp">
        <pc:chgData name="Mohammed Aftaab Bin Usman" userId="S::maftaabbinusman@hawk.iit.edu::ad213070-49c7-4576-884c-71b00cca66d7" providerId="AD" clId="Web-{2B0EE8A4-B9F2-85C1-A443-79765FF34570}" dt="2025-03-15T16:47:13.591" v="2" actId="20577"/>
        <pc:sldMkLst>
          <pc:docMk/>
          <pc:sldMk cId="1578682805" sldId="4673"/>
        </pc:sldMkLst>
        <pc:spChg chg="mod">
          <ac:chgData name="Mohammed Aftaab Bin Usman" userId="S::maftaabbinusman@hawk.iit.edu::ad213070-49c7-4576-884c-71b00cca66d7" providerId="AD" clId="Web-{2B0EE8A4-B9F2-85C1-A443-79765FF34570}" dt="2025-03-15T16:47:13.591" v="2" actId="20577"/>
          <ac:spMkLst>
            <pc:docMk/>
            <pc:sldMk cId="1578682805" sldId="4673"/>
            <ac:spMk id="3" creationId="{110969CC-5C46-3531-34EB-5B71B52523E8}"/>
          </ac:spMkLst>
        </pc:spChg>
      </pc:sldChg>
    </pc:docChg>
  </pc:docChgLst>
  <pc:docChgLst>
    <pc:chgData name="Yi-Ning Tseng" userId="S::ytseng5@hawk.iit.edu::7a00e2b1-9356-415d-b006-206d44e74778" providerId="AD" clId="Web-{4DDB8B12-17A4-C90A-DE69-21DE6ADE804E}"/>
    <pc:docChg chg="addSld modSld">
      <pc:chgData name="Yi-Ning Tseng" userId="S::ytseng5@hawk.iit.edu::7a00e2b1-9356-415d-b006-206d44e74778" providerId="AD" clId="Web-{4DDB8B12-17A4-C90A-DE69-21DE6ADE804E}" dt="2025-04-20T06:25:51.269" v="14"/>
      <pc:docMkLst>
        <pc:docMk/>
      </pc:docMkLst>
      <pc:sldChg chg="modSp">
        <pc:chgData name="Yi-Ning Tseng" userId="S::ytseng5@hawk.iit.edu::7a00e2b1-9356-415d-b006-206d44e74778" providerId="AD" clId="Web-{4DDB8B12-17A4-C90A-DE69-21DE6ADE804E}" dt="2025-04-20T06:18:16.795" v="0" actId="20577"/>
        <pc:sldMkLst>
          <pc:docMk/>
          <pc:sldMk cId="404948661" sldId="4701"/>
        </pc:sldMkLst>
        <pc:spChg chg="mod">
          <ac:chgData name="Yi-Ning Tseng" userId="S::ytseng5@hawk.iit.edu::7a00e2b1-9356-415d-b006-206d44e74778" providerId="AD" clId="Web-{4DDB8B12-17A4-C90A-DE69-21DE6ADE804E}" dt="2025-04-20T06:18:16.795" v="0" actId="20577"/>
          <ac:spMkLst>
            <pc:docMk/>
            <pc:sldMk cId="404948661" sldId="4701"/>
            <ac:spMk id="2" creationId="{56879D68-D32D-3B1C-9E34-240150ED89C7}"/>
          </ac:spMkLst>
        </pc:spChg>
      </pc:sldChg>
      <pc:sldChg chg="modSp">
        <pc:chgData name="Yi-Ning Tseng" userId="S::ytseng5@hawk.iit.edu::7a00e2b1-9356-415d-b006-206d44e74778" providerId="AD" clId="Web-{4DDB8B12-17A4-C90A-DE69-21DE6ADE804E}" dt="2025-04-20T06:23:18.751" v="3" actId="20577"/>
        <pc:sldMkLst>
          <pc:docMk/>
          <pc:sldMk cId="2153496185" sldId="4702"/>
        </pc:sldMkLst>
        <pc:spChg chg="mod">
          <ac:chgData name="Yi-Ning Tseng" userId="S::ytseng5@hawk.iit.edu::7a00e2b1-9356-415d-b006-206d44e74778" providerId="AD" clId="Web-{4DDB8B12-17A4-C90A-DE69-21DE6ADE804E}" dt="2025-04-20T06:23:18.751" v="3" actId="20577"/>
          <ac:spMkLst>
            <pc:docMk/>
            <pc:sldMk cId="2153496185" sldId="4702"/>
            <ac:spMk id="3" creationId="{ABA3B38E-F91C-7E5F-2CC6-74C53CD97125}"/>
          </ac:spMkLst>
        </pc:spChg>
      </pc:sldChg>
      <pc:sldChg chg="modSp add">
        <pc:chgData name="Yi-Ning Tseng" userId="S::ytseng5@hawk.iit.edu::7a00e2b1-9356-415d-b006-206d44e74778" providerId="AD" clId="Web-{4DDB8B12-17A4-C90A-DE69-21DE6ADE804E}" dt="2025-04-20T06:25:51.269" v="14"/>
        <pc:sldMkLst>
          <pc:docMk/>
          <pc:sldMk cId="2900938685" sldId="4705"/>
        </pc:sldMkLst>
        <pc:spChg chg="mod">
          <ac:chgData name="Yi-Ning Tseng" userId="S::ytseng5@hawk.iit.edu::7a00e2b1-9356-415d-b006-206d44e74778" providerId="AD" clId="Web-{4DDB8B12-17A4-C90A-DE69-21DE6ADE804E}" dt="2025-04-20T06:25:51.269" v="14"/>
          <ac:spMkLst>
            <pc:docMk/>
            <pc:sldMk cId="2900938685" sldId="4705"/>
            <ac:spMk id="3" creationId="{ABA3B38E-F91C-7E5F-2CC6-74C53CD97125}"/>
          </ac:spMkLst>
        </pc:spChg>
        <pc:spChg chg="mod">
          <ac:chgData name="Yi-Ning Tseng" userId="S::ytseng5@hawk.iit.edu::7a00e2b1-9356-415d-b006-206d44e74778" providerId="AD" clId="Web-{4DDB8B12-17A4-C90A-DE69-21DE6ADE804E}" dt="2025-04-20T06:24:33.643" v="7" actId="1076"/>
          <ac:spMkLst>
            <pc:docMk/>
            <pc:sldMk cId="2900938685" sldId="4705"/>
            <ac:spMk id="4" creationId="{A98CC980-84C6-92AD-CF55-F4090E2C290C}"/>
          </ac:spMkLst>
        </pc:spChg>
      </pc:sldChg>
      <pc:sldChg chg="add">
        <pc:chgData name="Yi-Ning Tseng" userId="S::ytseng5@hawk.iit.edu::7a00e2b1-9356-415d-b006-206d44e74778" providerId="AD" clId="Web-{4DDB8B12-17A4-C90A-DE69-21DE6ADE804E}" dt="2025-04-20T06:23:56.971" v="5"/>
        <pc:sldMkLst>
          <pc:docMk/>
          <pc:sldMk cId="3493998127" sldId="4706"/>
        </pc:sldMkLst>
      </pc:sldChg>
      <pc:sldChg chg="add">
        <pc:chgData name="Yi-Ning Tseng" userId="S::ytseng5@hawk.iit.edu::7a00e2b1-9356-415d-b006-206d44e74778" providerId="AD" clId="Web-{4DDB8B12-17A4-C90A-DE69-21DE6ADE804E}" dt="2025-04-20T06:24:06.611" v="6"/>
        <pc:sldMkLst>
          <pc:docMk/>
          <pc:sldMk cId="4226805772" sldId="4707"/>
        </pc:sldMkLst>
      </pc:sldChg>
    </pc:docChg>
  </pc:docChgLst>
  <pc:docChgLst>
    <pc:chgData name="Mohammed Aftaab Bin Usman" userId="S::maftaabbinusman@hawk.iit.edu::ad213070-49c7-4576-884c-71b00cca66d7" providerId="AD" clId="Web-{5734B432-80ED-3017-B41F-F0B3A361E25B}"/>
    <pc:docChg chg="modSld">
      <pc:chgData name="Mohammed Aftaab Bin Usman" userId="S::maftaabbinusman@hawk.iit.edu::ad213070-49c7-4576-884c-71b00cca66d7" providerId="AD" clId="Web-{5734B432-80ED-3017-B41F-F0B3A361E25B}" dt="2025-04-19T00:25:53.616" v="2" actId="20577"/>
      <pc:docMkLst>
        <pc:docMk/>
      </pc:docMkLst>
      <pc:sldChg chg="modSp">
        <pc:chgData name="Mohammed Aftaab Bin Usman" userId="S::maftaabbinusman@hawk.iit.edu::ad213070-49c7-4576-884c-71b00cca66d7" providerId="AD" clId="Web-{5734B432-80ED-3017-B41F-F0B3A361E25B}" dt="2025-04-19T00:25:53.616" v="2" actId="20577"/>
        <pc:sldMkLst>
          <pc:docMk/>
          <pc:sldMk cId="2101471388" sldId="4697"/>
        </pc:sldMkLst>
        <pc:spChg chg="mod">
          <ac:chgData name="Mohammed Aftaab Bin Usman" userId="S::maftaabbinusman@hawk.iit.edu::ad213070-49c7-4576-884c-71b00cca66d7" providerId="AD" clId="Web-{5734B432-80ED-3017-B41F-F0B3A361E25B}" dt="2025-04-19T00:25:53.616" v="2" actId="20577"/>
          <ac:spMkLst>
            <pc:docMk/>
            <pc:sldMk cId="2101471388" sldId="4697"/>
            <ac:spMk id="3" creationId="{0C0B9061-A847-72EF-6E63-92D74F8357E7}"/>
          </ac:spMkLst>
        </pc:spChg>
      </pc:sldChg>
    </pc:docChg>
  </pc:docChgLst>
  <pc:docChgLst>
    <pc:chgData name="Mohemmad Asif Azhar" userId="S::mazhar2@hawk.iit.edu::71ef3cb6-9ea7-43ee-bdf9-c068a689d2f6" providerId="AD" clId="Web-{A6EF42BA-2260-1C86-DE19-1C336CDA3AC1}"/>
    <pc:docChg chg="addSld delSld modSld">
      <pc:chgData name="Mohemmad Asif Azhar" userId="S::mazhar2@hawk.iit.edu::71ef3cb6-9ea7-43ee-bdf9-c068a689d2f6" providerId="AD" clId="Web-{A6EF42BA-2260-1C86-DE19-1C336CDA3AC1}" dt="2025-04-20T21:53:49.495" v="311" actId="20577"/>
      <pc:docMkLst>
        <pc:docMk/>
      </pc:docMkLst>
      <pc:sldChg chg="modSp">
        <pc:chgData name="Mohemmad Asif Azhar" userId="S::mazhar2@hawk.iit.edu::71ef3cb6-9ea7-43ee-bdf9-c068a689d2f6" providerId="AD" clId="Web-{A6EF42BA-2260-1C86-DE19-1C336CDA3AC1}" dt="2025-04-20T21:44:29.828" v="230" actId="20577"/>
        <pc:sldMkLst>
          <pc:docMk/>
          <pc:sldMk cId="2195993846" sldId="4682"/>
        </pc:sldMkLst>
        <pc:spChg chg="mod">
          <ac:chgData name="Mohemmad Asif Azhar" userId="S::mazhar2@hawk.iit.edu::71ef3cb6-9ea7-43ee-bdf9-c068a689d2f6" providerId="AD" clId="Web-{A6EF42BA-2260-1C86-DE19-1C336CDA3AC1}" dt="2025-04-20T21:44:29.828" v="230" actId="20577"/>
          <ac:spMkLst>
            <pc:docMk/>
            <pc:sldMk cId="2195993846" sldId="4682"/>
            <ac:spMk id="2" creationId="{2371BDD2-EB07-D6BA-FC77-84A31F05461D}"/>
          </ac:spMkLst>
        </pc:spChg>
      </pc:sldChg>
      <pc:sldChg chg="modSp">
        <pc:chgData name="Mohemmad Asif Azhar" userId="S::mazhar2@hawk.iit.edu::71ef3cb6-9ea7-43ee-bdf9-c068a689d2f6" providerId="AD" clId="Web-{A6EF42BA-2260-1C86-DE19-1C336CDA3AC1}" dt="2025-04-20T21:03:58.292" v="55" actId="20577"/>
        <pc:sldMkLst>
          <pc:docMk/>
          <pc:sldMk cId="404948661" sldId="4701"/>
        </pc:sldMkLst>
        <pc:spChg chg="mod">
          <ac:chgData name="Mohemmad Asif Azhar" userId="S::mazhar2@hawk.iit.edu::71ef3cb6-9ea7-43ee-bdf9-c068a689d2f6" providerId="AD" clId="Web-{A6EF42BA-2260-1C86-DE19-1C336CDA3AC1}" dt="2025-04-20T21:03:58.292" v="55" actId="20577"/>
          <ac:spMkLst>
            <pc:docMk/>
            <pc:sldMk cId="404948661" sldId="4701"/>
            <ac:spMk id="3" creationId="{96CCE84F-1456-1A7F-525C-36AE6E1DD801}"/>
          </ac:spMkLst>
        </pc:spChg>
      </pc:sldChg>
      <pc:sldChg chg="modSp del">
        <pc:chgData name="Mohemmad Asif Azhar" userId="S::mazhar2@hawk.iit.edu::71ef3cb6-9ea7-43ee-bdf9-c068a689d2f6" providerId="AD" clId="Web-{A6EF42BA-2260-1C86-DE19-1C336CDA3AC1}" dt="2025-04-20T21:18:18.649" v="162"/>
        <pc:sldMkLst>
          <pc:docMk/>
          <pc:sldMk cId="2153496185" sldId="4702"/>
        </pc:sldMkLst>
        <pc:spChg chg="mod">
          <ac:chgData name="Mohemmad Asif Azhar" userId="S::mazhar2@hawk.iit.edu::71ef3cb6-9ea7-43ee-bdf9-c068a689d2f6" providerId="AD" clId="Web-{A6EF42BA-2260-1C86-DE19-1C336CDA3AC1}" dt="2025-04-20T21:04:39.015" v="61" actId="20577"/>
          <ac:spMkLst>
            <pc:docMk/>
            <pc:sldMk cId="2153496185" sldId="4702"/>
            <ac:spMk id="2" creationId="{2A088E16-A76F-2FCF-FD15-E11E25664A29}"/>
          </ac:spMkLst>
        </pc:spChg>
        <pc:spChg chg="mod">
          <ac:chgData name="Mohemmad Asif Azhar" userId="S::mazhar2@hawk.iit.edu::71ef3cb6-9ea7-43ee-bdf9-c068a689d2f6" providerId="AD" clId="Web-{A6EF42BA-2260-1C86-DE19-1C336CDA3AC1}" dt="2025-04-20T21:17:48.149" v="158" actId="20577"/>
          <ac:spMkLst>
            <pc:docMk/>
            <pc:sldMk cId="2153496185" sldId="4702"/>
            <ac:spMk id="3" creationId="{ABA3B38E-F91C-7E5F-2CC6-74C53CD97125}"/>
          </ac:spMkLst>
        </pc:spChg>
        <pc:spChg chg="mod">
          <ac:chgData name="Mohemmad Asif Azhar" userId="S::mazhar2@hawk.iit.edu::71ef3cb6-9ea7-43ee-bdf9-c068a689d2f6" providerId="AD" clId="Web-{A6EF42BA-2260-1C86-DE19-1C336CDA3AC1}" dt="2025-04-20T21:14:10.908" v="101" actId="20577"/>
          <ac:spMkLst>
            <pc:docMk/>
            <pc:sldMk cId="2153496185" sldId="4702"/>
            <ac:spMk id="4" creationId="{A98CC980-84C6-92AD-CF55-F4090E2C290C}"/>
          </ac:spMkLst>
        </pc:spChg>
      </pc:sldChg>
      <pc:sldChg chg="del">
        <pc:chgData name="Mohemmad Asif Azhar" userId="S::mazhar2@hawk.iit.edu::71ef3cb6-9ea7-43ee-bdf9-c068a689d2f6" providerId="AD" clId="Web-{A6EF42BA-2260-1C86-DE19-1C336CDA3AC1}" dt="2025-04-20T21:52:13.555" v="296"/>
        <pc:sldMkLst>
          <pc:docMk/>
          <pc:sldMk cId="435184643" sldId="4703"/>
        </pc:sldMkLst>
      </pc:sldChg>
      <pc:sldChg chg="modSp add del">
        <pc:chgData name="Mohemmad Asif Azhar" userId="S::mazhar2@hawk.iit.edu::71ef3cb6-9ea7-43ee-bdf9-c068a689d2f6" providerId="AD" clId="Web-{A6EF42BA-2260-1C86-DE19-1C336CDA3AC1}" dt="2025-04-20T21:53:49.495" v="311" actId="20577"/>
        <pc:sldMkLst>
          <pc:docMk/>
          <pc:sldMk cId="1100017162" sldId="4704"/>
        </pc:sldMkLst>
        <pc:spChg chg="mod">
          <ac:chgData name="Mohemmad Asif Azhar" userId="S::mazhar2@hawk.iit.edu::71ef3cb6-9ea7-43ee-bdf9-c068a689d2f6" providerId="AD" clId="Web-{A6EF42BA-2260-1C86-DE19-1C336CDA3AC1}" dt="2025-04-20T21:53:49.495" v="311" actId="20577"/>
          <ac:spMkLst>
            <pc:docMk/>
            <pc:sldMk cId="1100017162" sldId="4704"/>
            <ac:spMk id="2" creationId="{F1AA737F-3498-8E71-E46E-6F266D93A5BD}"/>
          </ac:spMkLst>
        </pc:spChg>
      </pc:sldChg>
      <pc:sldChg chg="del">
        <pc:chgData name="Mohemmad Asif Azhar" userId="S::mazhar2@hawk.iit.edu::71ef3cb6-9ea7-43ee-bdf9-c068a689d2f6" providerId="AD" clId="Web-{A6EF42BA-2260-1C86-DE19-1C336CDA3AC1}" dt="2025-04-20T21:20:43.188" v="187"/>
        <pc:sldMkLst>
          <pc:docMk/>
          <pc:sldMk cId="2900938685" sldId="4705"/>
        </pc:sldMkLst>
      </pc:sldChg>
      <pc:sldChg chg="del">
        <pc:chgData name="Mohemmad Asif Azhar" userId="S::mazhar2@hawk.iit.edu::71ef3cb6-9ea7-43ee-bdf9-c068a689d2f6" providerId="AD" clId="Web-{A6EF42BA-2260-1C86-DE19-1C336CDA3AC1}" dt="2025-04-20T21:21:30.877" v="194"/>
        <pc:sldMkLst>
          <pc:docMk/>
          <pc:sldMk cId="3493998127" sldId="4706"/>
        </pc:sldMkLst>
      </pc:sldChg>
      <pc:sldChg chg="del">
        <pc:chgData name="Mohemmad Asif Azhar" userId="S::mazhar2@hawk.iit.edu::71ef3cb6-9ea7-43ee-bdf9-c068a689d2f6" providerId="AD" clId="Web-{A6EF42BA-2260-1C86-DE19-1C336CDA3AC1}" dt="2025-04-20T21:21:27.752" v="193"/>
        <pc:sldMkLst>
          <pc:docMk/>
          <pc:sldMk cId="4226805772" sldId="4707"/>
        </pc:sldMkLst>
      </pc:sldChg>
      <pc:sldChg chg="add del replId">
        <pc:chgData name="Mohemmad Asif Azhar" userId="S::mazhar2@hawk.iit.edu::71ef3cb6-9ea7-43ee-bdf9-c068a689d2f6" providerId="AD" clId="Web-{A6EF42BA-2260-1C86-DE19-1C336CDA3AC1}" dt="2025-04-20T21:04:41.343" v="62"/>
        <pc:sldMkLst>
          <pc:docMk/>
          <pc:sldMk cId="664886972" sldId="4708"/>
        </pc:sldMkLst>
      </pc:sldChg>
      <pc:sldChg chg="modSp add del replId">
        <pc:chgData name="Mohemmad Asif Azhar" userId="S::mazhar2@hawk.iit.edu::71ef3cb6-9ea7-43ee-bdf9-c068a689d2f6" providerId="AD" clId="Web-{A6EF42BA-2260-1C86-DE19-1C336CDA3AC1}" dt="2025-04-20T21:20:07.953" v="186" actId="20577"/>
        <pc:sldMkLst>
          <pc:docMk/>
          <pc:sldMk cId="3297337997" sldId="4708"/>
        </pc:sldMkLst>
        <pc:spChg chg="mod">
          <ac:chgData name="Mohemmad Asif Azhar" userId="S::mazhar2@hawk.iit.edu::71ef3cb6-9ea7-43ee-bdf9-c068a689d2f6" providerId="AD" clId="Web-{A6EF42BA-2260-1C86-DE19-1C336CDA3AC1}" dt="2025-04-20T21:20:07.953" v="186" actId="20577"/>
          <ac:spMkLst>
            <pc:docMk/>
            <pc:sldMk cId="3297337997" sldId="4708"/>
            <ac:spMk id="3" creationId="{8DF9B5E8-588E-C49C-2C28-001A9C49F345}"/>
          </ac:spMkLst>
        </pc:spChg>
        <pc:spChg chg="mod">
          <ac:chgData name="Mohemmad Asif Azhar" userId="S::mazhar2@hawk.iit.edu::71ef3cb6-9ea7-43ee-bdf9-c068a689d2f6" providerId="AD" clId="Web-{A6EF42BA-2260-1C86-DE19-1C336CDA3AC1}" dt="2025-04-20T21:19:37.653" v="175" actId="20577"/>
          <ac:spMkLst>
            <pc:docMk/>
            <pc:sldMk cId="3297337997" sldId="4708"/>
            <ac:spMk id="4" creationId="{D3D2F46D-FDFA-3068-9DF5-673B3C8FCB05}"/>
          </ac:spMkLst>
        </pc:spChg>
      </pc:sldChg>
      <pc:sldChg chg="add del replId">
        <pc:chgData name="Mohemmad Asif Azhar" userId="S::mazhar2@hawk.iit.edu::71ef3cb6-9ea7-43ee-bdf9-c068a689d2f6" providerId="AD" clId="Web-{A6EF42BA-2260-1C86-DE19-1C336CDA3AC1}" dt="2025-04-20T21:02:31.930" v="41"/>
        <pc:sldMkLst>
          <pc:docMk/>
          <pc:sldMk cId="1638724574" sldId="4709"/>
        </pc:sldMkLst>
      </pc:sldChg>
      <pc:sldChg chg="modSp add replId">
        <pc:chgData name="Mohemmad Asif Azhar" userId="S::mazhar2@hawk.iit.edu::71ef3cb6-9ea7-43ee-bdf9-c068a689d2f6" providerId="AD" clId="Web-{A6EF42BA-2260-1C86-DE19-1C336CDA3AC1}" dt="2025-04-20T21:18:28.040" v="163" actId="14100"/>
        <pc:sldMkLst>
          <pc:docMk/>
          <pc:sldMk cId="3353399384" sldId="4709"/>
        </pc:sldMkLst>
        <pc:spChg chg="mod">
          <ac:chgData name="Mohemmad Asif Azhar" userId="S::mazhar2@hawk.iit.edu::71ef3cb6-9ea7-43ee-bdf9-c068a689d2f6" providerId="AD" clId="Web-{A6EF42BA-2260-1C86-DE19-1C336CDA3AC1}" dt="2025-04-20T21:18:28.040" v="163" actId="14100"/>
          <ac:spMkLst>
            <pc:docMk/>
            <pc:sldMk cId="3353399384" sldId="4709"/>
            <ac:spMk id="4" creationId="{2CCCCE2F-F14D-8369-18BB-CE4A7AB1BF11}"/>
          </ac:spMkLst>
        </pc:spChg>
      </pc:sldChg>
      <pc:sldChg chg="modSp add replId">
        <pc:chgData name="Mohemmad Asif Azhar" userId="S::mazhar2@hawk.iit.edu::71ef3cb6-9ea7-43ee-bdf9-c068a689d2f6" providerId="AD" clId="Web-{A6EF42BA-2260-1C86-DE19-1C336CDA3AC1}" dt="2025-04-20T21:42:10.775" v="197" actId="20577"/>
        <pc:sldMkLst>
          <pc:docMk/>
          <pc:sldMk cId="2437341807" sldId="4710"/>
        </pc:sldMkLst>
        <pc:spChg chg="mod">
          <ac:chgData name="Mohemmad Asif Azhar" userId="S::mazhar2@hawk.iit.edu::71ef3cb6-9ea7-43ee-bdf9-c068a689d2f6" providerId="AD" clId="Web-{A6EF42BA-2260-1C86-DE19-1C336CDA3AC1}" dt="2025-04-20T21:42:10.775" v="197" actId="20577"/>
          <ac:spMkLst>
            <pc:docMk/>
            <pc:sldMk cId="2437341807" sldId="4710"/>
            <ac:spMk id="2" creationId="{DA9150A4-4404-7794-BEFA-6CE1B8124407}"/>
          </ac:spMkLst>
        </pc:spChg>
      </pc:sldChg>
      <pc:sldChg chg="delSp modSp add del">
        <pc:chgData name="Mohemmad Asif Azhar" userId="S::mazhar2@hawk.iit.edu::71ef3cb6-9ea7-43ee-bdf9-c068a689d2f6" providerId="AD" clId="Web-{A6EF42BA-2260-1C86-DE19-1C336CDA3AC1}" dt="2025-04-20T21:53:36.542" v="307"/>
        <pc:sldMkLst>
          <pc:docMk/>
          <pc:sldMk cId="1524183871" sldId="4711"/>
        </pc:sldMkLst>
        <pc:spChg chg="mod">
          <ac:chgData name="Mohemmad Asif Azhar" userId="S::mazhar2@hawk.iit.edu::71ef3cb6-9ea7-43ee-bdf9-c068a689d2f6" providerId="AD" clId="Web-{A6EF42BA-2260-1C86-DE19-1C336CDA3AC1}" dt="2025-04-20T21:49:23.284" v="271" actId="20577"/>
          <ac:spMkLst>
            <pc:docMk/>
            <pc:sldMk cId="1524183871" sldId="4711"/>
            <ac:spMk id="2" creationId="{69B5ACD2-9BF1-BF28-9156-FF8913B91E5E}"/>
          </ac:spMkLst>
        </pc:spChg>
        <pc:picChg chg="del">
          <ac:chgData name="Mohemmad Asif Azhar" userId="S::mazhar2@hawk.iit.edu::71ef3cb6-9ea7-43ee-bdf9-c068a689d2f6" providerId="AD" clId="Web-{A6EF42BA-2260-1C86-DE19-1C336CDA3AC1}" dt="2025-04-20T21:52:25.227" v="298"/>
          <ac:picMkLst>
            <pc:docMk/>
            <pc:sldMk cId="1524183871" sldId="4711"/>
            <ac:picMk id="4" creationId="{41A8B991-7AB9-4228-5399-E18FBCC33144}"/>
          </ac:picMkLst>
        </pc:picChg>
      </pc:sldChg>
      <pc:sldChg chg="add del replId">
        <pc:chgData name="Mohemmad Asif Azhar" userId="S::mazhar2@hawk.iit.edu::71ef3cb6-9ea7-43ee-bdf9-c068a689d2f6" providerId="AD" clId="Web-{A6EF42BA-2260-1C86-DE19-1C336CDA3AC1}" dt="2025-04-20T21:21:24.143" v="192"/>
        <pc:sldMkLst>
          <pc:docMk/>
          <pc:sldMk cId="2518467982" sldId="4711"/>
        </pc:sldMkLst>
      </pc:sldChg>
      <pc:sldChg chg="addSp delSp modSp add replId">
        <pc:chgData name="Mohemmad Asif Azhar" userId="S::mazhar2@hawk.iit.edu::71ef3cb6-9ea7-43ee-bdf9-c068a689d2f6" providerId="AD" clId="Web-{A6EF42BA-2260-1C86-DE19-1C336CDA3AC1}" dt="2025-04-20T21:53:14.197" v="306" actId="20577"/>
        <pc:sldMkLst>
          <pc:docMk/>
          <pc:sldMk cId="1999579733" sldId="4712"/>
        </pc:sldMkLst>
        <pc:spChg chg="mod">
          <ac:chgData name="Mohemmad Asif Azhar" userId="S::mazhar2@hawk.iit.edu::71ef3cb6-9ea7-43ee-bdf9-c068a689d2f6" providerId="AD" clId="Web-{A6EF42BA-2260-1C86-DE19-1C336CDA3AC1}" dt="2025-04-20T21:51:56.679" v="294" actId="20577"/>
          <ac:spMkLst>
            <pc:docMk/>
            <pc:sldMk cId="1999579733" sldId="4712"/>
            <ac:spMk id="2" creationId="{8B300661-C2DF-D0EC-AC97-8EC7EF95F5C2}"/>
          </ac:spMkLst>
        </pc:spChg>
        <pc:spChg chg="add mod">
          <ac:chgData name="Mohemmad Asif Azhar" userId="S::mazhar2@hawk.iit.edu::71ef3cb6-9ea7-43ee-bdf9-c068a689d2f6" providerId="AD" clId="Web-{A6EF42BA-2260-1C86-DE19-1C336CDA3AC1}" dt="2025-04-20T21:53:14.197" v="306" actId="20577"/>
          <ac:spMkLst>
            <pc:docMk/>
            <pc:sldMk cId="1999579733" sldId="4712"/>
            <ac:spMk id="5" creationId="{2FECE6A0-03F8-30BD-6509-29DD5A19F704}"/>
          </ac:spMkLst>
        </pc:spChg>
        <pc:spChg chg="add del">
          <ac:chgData name="Mohemmad Asif Azhar" userId="S::mazhar2@hawk.iit.edu::71ef3cb6-9ea7-43ee-bdf9-c068a689d2f6" providerId="AD" clId="Web-{A6EF42BA-2260-1C86-DE19-1C336CDA3AC1}" dt="2025-04-20T21:50:48.990" v="282"/>
          <ac:spMkLst>
            <pc:docMk/>
            <pc:sldMk cId="1999579733" sldId="4712"/>
            <ac:spMk id="7" creationId="{9B867E30-A18E-8629-9229-5329A5068C82}"/>
          </ac:spMkLst>
        </pc:spChg>
        <pc:picChg chg="del">
          <ac:chgData name="Mohemmad Asif Azhar" userId="S::mazhar2@hawk.iit.edu::71ef3cb6-9ea7-43ee-bdf9-c068a689d2f6" providerId="AD" clId="Web-{A6EF42BA-2260-1C86-DE19-1C336CDA3AC1}" dt="2025-04-20T21:52:28.446" v="299"/>
          <ac:picMkLst>
            <pc:docMk/>
            <pc:sldMk cId="1999579733" sldId="4712"/>
            <ac:picMk id="3" creationId="{B049AE81-266F-3A5F-F2E8-B29FAAD4F196}"/>
          </ac:picMkLst>
        </pc:picChg>
        <pc:picChg chg="add mod">
          <ac:chgData name="Mohemmad Asif Azhar" userId="S::mazhar2@hawk.iit.edu::71ef3cb6-9ea7-43ee-bdf9-c068a689d2f6" providerId="AD" clId="Web-{A6EF42BA-2260-1C86-DE19-1C336CDA3AC1}" dt="2025-04-20T21:52:36.603" v="301" actId="1076"/>
          <ac:picMkLst>
            <pc:docMk/>
            <pc:sldMk cId="1999579733" sldId="4712"/>
            <ac:picMk id="8" creationId="{AD4C5938-A63E-DE5E-C241-00892727198E}"/>
          </ac:picMkLst>
        </pc:picChg>
      </pc:sldChg>
      <pc:sldChg chg="add replId">
        <pc:chgData name="Mohemmad Asif Azhar" userId="S::mazhar2@hawk.iit.edu::71ef3cb6-9ea7-43ee-bdf9-c068a689d2f6" providerId="AD" clId="Web-{A6EF42BA-2260-1C86-DE19-1C336CDA3AC1}" dt="2025-04-20T21:52:16.696" v="297"/>
        <pc:sldMkLst>
          <pc:docMk/>
          <pc:sldMk cId="2146665595" sldId="471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A43C-8045-D04F-3EAF-27426049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991"/>
            <a:ext cx="10515600" cy="1099781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1A7AC-B84C-E3A0-08FD-B8307E6C31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718748"/>
            <a:ext cx="10515600" cy="4628081"/>
          </a:xfrm>
        </p:spPr>
        <p:txBody>
          <a:bodyPr lIns="0" tIns="0" rIns="0" bIns="91440"/>
          <a:lstStyle>
            <a:lvl1pPr>
              <a:lnSpc>
                <a:spcPct val="114000"/>
              </a:lnSpc>
              <a:spcAft>
                <a:spcPts val="600"/>
              </a:spcAft>
              <a:defRPr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7EE0B8-C4FD-634B-D142-3AB8ADADB293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A8F76A-990C-D9E7-B002-6244BD01BDD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9A5E9A-72C8-2FBC-847D-1AD952D92CF0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623B01-49D6-082A-9D71-01DACE4172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9024A5-7D69-6712-1A1C-FEBD4C553E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942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A43C-8045-D04F-3EAF-27426049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34991"/>
            <a:ext cx="10459873" cy="132973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503DE61-D5E4-964D-AB3D-EB378795C3F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892020"/>
            <a:ext cx="10459872" cy="857839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2800" b="1">
                <a:solidFill>
                  <a:srgbClr val="D6172F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8552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A43C-8045-D04F-3EAF-27426049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991"/>
            <a:ext cx="10515600" cy="1099781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2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word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6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with sub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823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279942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103854"/>
            <a:ext cx="5157787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23958-CA18-9755-FE8F-9C5580194BA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27994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D2E76-B288-4F6A-4D16-EB58A6AF768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103854"/>
            <a:ext cx="5183188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DB2AAD-2909-3CC7-68BF-29D2E5AB5C43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54C94D-459A-56EC-62E4-00C4894DEA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D786BC-64F6-5A1A-9209-673B34D02AA3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768FE3D-E3E3-C833-6444-41DBF18503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ED012CF-2E84-EEC5-14FF-E8EFB7DB84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088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with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823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279942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103854"/>
            <a:ext cx="5157787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DB2AAD-2909-3CC7-68BF-29D2E5AB5C43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54C94D-459A-56EC-62E4-00C4894DEA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D786BC-64F6-5A1A-9209-673B34D02AA3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768FE3D-E3E3-C833-6444-41DBF18503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ED012CF-2E84-EEC5-14FF-E8EFB7DB84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BFF445B-A0A6-0E36-0FE7-012F17BD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BE27F31-BD66-A49C-9735-B64BE582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2 subtitle level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34991"/>
            <a:ext cx="10515600" cy="653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06332"/>
            <a:ext cx="5157787" cy="65340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459732"/>
            <a:ext cx="5157787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23958-CA18-9755-FE8F-9C5580194BA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06330"/>
            <a:ext cx="5183188" cy="65340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D2E76-B288-4F6A-4D16-EB58A6AF768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459732"/>
            <a:ext cx="5183188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218214"/>
            <a:ext cx="10515600" cy="588116"/>
          </a:xfrm>
          <a:noFill/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637B95-C4E6-6F99-8476-B3A2BF3FA5FB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46F855-C44C-D009-3F25-777EECFC60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C9DE09-E9A4-1BF8-36CD-0846ACA7294E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B66339-BE82-31F2-1294-6AF6B38F1D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D597C5D-53A2-BF41-A54E-F6BD96F80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4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and callou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36308"/>
            <a:ext cx="10515600" cy="653400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837471"/>
            <a:ext cx="5256212" cy="470938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23958-CA18-9755-FE8F-9C5580194BA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55642" y="1807647"/>
            <a:ext cx="4596570" cy="3621678"/>
          </a:xfrm>
          <a:solidFill>
            <a:schemeClr val="accent3">
              <a:lumMod val="40000"/>
              <a:lumOff val="60000"/>
            </a:schemeClr>
          </a:solidFill>
        </p:spPr>
        <p:txBody>
          <a:bodyPr lIns="182880" tIns="182880" rIns="182880" bIns="182880" anchor="ctr"/>
          <a:lstStyle>
            <a:lvl1pPr marL="0" indent="0" algn="ctr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Call-out box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219531"/>
            <a:ext cx="10515600" cy="588116"/>
          </a:xfrm>
          <a:noFill/>
        </p:spPr>
        <p:txBody>
          <a:bodyPr lIns="0" tIns="0" rIns="0" bIns="0" anchor="t"/>
          <a:lstStyle>
            <a:lvl1pPr marL="0" indent="0" algn="l">
              <a:buNone/>
              <a:defRPr sz="24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637B95-C4E6-6F99-8476-B3A2BF3FA5FB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46F855-C44C-D009-3F25-777EECFC60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C9DE09-E9A4-1BF8-36CD-0846ACA7294E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B66339-BE82-31F2-1294-6AF6B38F1D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D597C5D-53A2-BF41-A54E-F6BD96F80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915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36303"/>
            <a:ext cx="10515600" cy="653400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837466"/>
            <a:ext cx="10514012" cy="470938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219526"/>
            <a:ext cx="10515600" cy="588116"/>
          </a:xfrm>
          <a:noFill/>
        </p:spPr>
        <p:txBody>
          <a:bodyPr lIns="0" tIns="0" rIns="0" bIns="0" anchor="t"/>
          <a:lstStyle>
            <a:lvl1pPr marL="0" indent="0" algn="l">
              <a:buNone/>
              <a:defRPr sz="24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637B95-C4E6-6F99-8476-B3A2BF3FA5FB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46F855-C44C-D009-3F25-777EECFC60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C9DE09-E9A4-1BF8-36CD-0846ACA7294E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B66339-BE82-31F2-1294-6AF6B38F1D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D597C5D-53A2-BF41-A54E-F6BD96F80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988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Feature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91C5999-DA03-635D-4931-7989731C01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363" y="-14288"/>
            <a:ext cx="6910388" cy="6872288"/>
          </a:xfrm>
          <a:custGeom>
            <a:avLst/>
            <a:gdLst>
              <a:gd name="connsiteX0" fmla="*/ 5244885 w 6910388"/>
              <a:gd name="connsiteY0" fmla="*/ 5968520 h 6872288"/>
              <a:gd name="connsiteX1" fmla="*/ 5244885 w 6910388"/>
              <a:gd name="connsiteY1" fmla="*/ 6242840 h 6872288"/>
              <a:gd name="connsiteX2" fmla="*/ 5519205 w 6910388"/>
              <a:gd name="connsiteY2" fmla="*/ 6242840 h 6872288"/>
              <a:gd name="connsiteX3" fmla="*/ 5519205 w 6910388"/>
              <a:gd name="connsiteY3" fmla="*/ 5968520 h 6872288"/>
              <a:gd name="connsiteX4" fmla="*/ 0 w 6910388"/>
              <a:gd name="connsiteY4" fmla="*/ 0 h 6872288"/>
              <a:gd name="connsiteX5" fmla="*/ 6910388 w 6910388"/>
              <a:gd name="connsiteY5" fmla="*/ 0 h 6872288"/>
              <a:gd name="connsiteX6" fmla="*/ 6910388 w 6910388"/>
              <a:gd name="connsiteY6" fmla="*/ 5968520 h 6872288"/>
              <a:gd name="connsiteX7" fmla="*/ 6010647 w 6910388"/>
              <a:gd name="connsiteY7" fmla="*/ 5968520 h 6872288"/>
              <a:gd name="connsiteX8" fmla="*/ 6010647 w 6910388"/>
              <a:gd name="connsiteY8" fmla="*/ 5478928 h 6872288"/>
              <a:gd name="connsiteX9" fmla="*/ 5521055 w 6910388"/>
              <a:gd name="connsiteY9" fmla="*/ 5478928 h 6872288"/>
              <a:gd name="connsiteX10" fmla="*/ 5521055 w 6910388"/>
              <a:gd name="connsiteY10" fmla="*/ 5968520 h 6872288"/>
              <a:gd name="connsiteX11" fmla="*/ 6010647 w 6910388"/>
              <a:gd name="connsiteY11" fmla="*/ 5968520 h 6872288"/>
              <a:gd name="connsiteX12" fmla="*/ 6010647 w 6910388"/>
              <a:gd name="connsiteY12" fmla="*/ 6872288 h 6872288"/>
              <a:gd name="connsiteX13" fmla="*/ 0 w 6910388"/>
              <a:gd name="connsiteY13" fmla="*/ 6872288 h 687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10388" h="6872288">
                <a:moveTo>
                  <a:pt x="5244885" y="5968520"/>
                </a:moveTo>
                <a:lnTo>
                  <a:pt x="5244885" y="6242840"/>
                </a:lnTo>
                <a:lnTo>
                  <a:pt x="5519205" y="6242840"/>
                </a:lnTo>
                <a:lnTo>
                  <a:pt x="5519205" y="5968520"/>
                </a:lnTo>
                <a:close/>
                <a:moveTo>
                  <a:pt x="0" y="0"/>
                </a:moveTo>
                <a:lnTo>
                  <a:pt x="6910388" y="0"/>
                </a:lnTo>
                <a:lnTo>
                  <a:pt x="6910388" y="5968520"/>
                </a:lnTo>
                <a:lnTo>
                  <a:pt x="6010647" y="5968520"/>
                </a:lnTo>
                <a:lnTo>
                  <a:pt x="6010647" y="5478928"/>
                </a:lnTo>
                <a:lnTo>
                  <a:pt x="5521055" y="5478928"/>
                </a:lnTo>
                <a:lnTo>
                  <a:pt x="5521055" y="5968520"/>
                </a:lnTo>
                <a:lnTo>
                  <a:pt x="6010647" y="5968520"/>
                </a:lnTo>
                <a:lnTo>
                  <a:pt x="6010647" y="6872288"/>
                </a:lnTo>
                <a:lnTo>
                  <a:pt x="0" y="68722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8E362CD-4121-272F-BA0B-9FFAC41A47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7" y="1042372"/>
            <a:ext cx="4194495" cy="1099781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36A0603-9E9E-636C-3FFC-8B2F8349731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688" y="2222500"/>
            <a:ext cx="4019107" cy="39973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Feature Text</a:t>
            </a:r>
          </a:p>
        </p:txBody>
      </p:sp>
    </p:spTree>
    <p:extLst>
      <p:ext uri="{BB962C8B-B14F-4D97-AF65-F5344CB8AC3E}">
        <p14:creationId xmlns:p14="http://schemas.microsoft.com/office/powerpoint/2010/main" val="270191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Featu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91C5999-DA03-635D-4931-7989731C01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363" y="-14288"/>
            <a:ext cx="6910388" cy="6872288"/>
          </a:xfrm>
          <a:custGeom>
            <a:avLst/>
            <a:gdLst>
              <a:gd name="connsiteX0" fmla="*/ 5244885 w 6910388"/>
              <a:gd name="connsiteY0" fmla="*/ 5968520 h 6872288"/>
              <a:gd name="connsiteX1" fmla="*/ 5244885 w 6910388"/>
              <a:gd name="connsiteY1" fmla="*/ 6242840 h 6872288"/>
              <a:gd name="connsiteX2" fmla="*/ 5519205 w 6910388"/>
              <a:gd name="connsiteY2" fmla="*/ 6242840 h 6872288"/>
              <a:gd name="connsiteX3" fmla="*/ 5519205 w 6910388"/>
              <a:gd name="connsiteY3" fmla="*/ 5968520 h 6872288"/>
              <a:gd name="connsiteX4" fmla="*/ 0 w 6910388"/>
              <a:gd name="connsiteY4" fmla="*/ 0 h 6872288"/>
              <a:gd name="connsiteX5" fmla="*/ 6910388 w 6910388"/>
              <a:gd name="connsiteY5" fmla="*/ 0 h 6872288"/>
              <a:gd name="connsiteX6" fmla="*/ 6910388 w 6910388"/>
              <a:gd name="connsiteY6" fmla="*/ 5968520 h 6872288"/>
              <a:gd name="connsiteX7" fmla="*/ 6010647 w 6910388"/>
              <a:gd name="connsiteY7" fmla="*/ 5968520 h 6872288"/>
              <a:gd name="connsiteX8" fmla="*/ 6010647 w 6910388"/>
              <a:gd name="connsiteY8" fmla="*/ 5478928 h 6872288"/>
              <a:gd name="connsiteX9" fmla="*/ 5521055 w 6910388"/>
              <a:gd name="connsiteY9" fmla="*/ 5478928 h 6872288"/>
              <a:gd name="connsiteX10" fmla="*/ 5521055 w 6910388"/>
              <a:gd name="connsiteY10" fmla="*/ 5968520 h 6872288"/>
              <a:gd name="connsiteX11" fmla="*/ 6010647 w 6910388"/>
              <a:gd name="connsiteY11" fmla="*/ 5968520 h 6872288"/>
              <a:gd name="connsiteX12" fmla="*/ 6010647 w 6910388"/>
              <a:gd name="connsiteY12" fmla="*/ 6872288 h 6872288"/>
              <a:gd name="connsiteX13" fmla="*/ 0 w 6910388"/>
              <a:gd name="connsiteY13" fmla="*/ 6872288 h 687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10388" h="6872288">
                <a:moveTo>
                  <a:pt x="5244885" y="5968520"/>
                </a:moveTo>
                <a:lnTo>
                  <a:pt x="5244885" y="6242840"/>
                </a:lnTo>
                <a:lnTo>
                  <a:pt x="5519205" y="6242840"/>
                </a:lnTo>
                <a:lnTo>
                  <a:pt x="5519205" y="5968520"/>
                </a:lnTo>
                <a:close/>
                <a:moveTo>
                  <a:pt x="0" y="0"/>
                </a:moveTo>
                <a:lnTo>
                  <a:pt x="6910388" y="0"/>
                </a:lnTo>
                <a:lnTo>
                  <a:pt x="6910388" y="5968520"/>
                </a:lnTo>
                <a:lnTo>
                  <a:pt x="6010647" y="5968520"/>
                </a:lnTo>
                <a:lnTo>
                  <a:pt x="6010647" y="5478928"/>
                </a:lnTo>
                <a:lnTo>
                  <a:pt x="5521055" y="5478928"/>
                </a:lnTo>
                <a:lnTo>
                  <a:pt x="5521055" y="5968520"/>
                </a:lnTo>
                <a:lnTo>
                  <a:pt x="6010647" y="5968520"/>
                </a:lnTo>
                <a:lnTo>
                  <a:pt x="6010647" y="6872288"/>
                </a:lnTo>
                <a:lnTo>
                  <a:pt x="0" y="68722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8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, headline and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99C5AA2-FFA3-8A9E-FE5E-DD4F7ABAC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43343 h 6858000"/>
              <a:gd name="connsiteX3" fmla="*/ 11279793 w 12192000"/>
              <a:gd name="connsiteY3" fmla="*/ 5943343 h 6858000"/>
              <a:gd name="connsiteX4" fmla="*/ 11279793 w 12192000"/>
              <a:gd name="connsiteY4" fmla="*/ 5331988 h 6858000"/>
              <a:gd name="connsiteX5" fmla="*/ 10664566 w 12192000"/>
              <a:gd name="connsiteY5" fmla="*/ 5331988 h 6858000"/>
              <a:gd name="connsiteX6" fmla="*/ 10664566 w 12192000"/>
              <a:gd name="connsiteY6" fmla="*/ 5943202 h 6858000"/>
              <a:gd name="connsiteX7" fmla="*/ 10281685 w 12192000"/>
              <a:gd name="connsiteY7" fmla="*/ 5943202 h 6858000"/>
              <a:gd name="connsiteX8" fmla="*/ 10281685 w 12192000"/>
              <a:gd name="connsiteY8" fmla="*/ 6327719 h 6858000"/>
              <a:gd name="connsiteX9" fmla="*/ 10666202 w 12192000"/>
              <a:gd name="connsiteY9" fmla="*/ 6327719 h 6858000"/>
              <a:gd name="connsiteX10" fmla="*/ 10666202 w 12192000"/>
              <a:gd name="connsiteY10" fmla="*/ 5947215 h 6858000"/>
              <a:gd name="connsiteX11" fmla="*/ 11279793 w 12192000"/>
              <a:gd name="connsiteY11" fmla="*/ 5947215 h 6858000"/>
              <a:gd name="connsiteX12" fmla="*/ 1127979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43343"/>
                </a:lnTo>
                <a:lnTo>
                  <a:pt x="11279793" y="5943343"/>
                </a:lnTo>
                <a:lnTo>
                  <a:pt x="11279793" y="5331988"/>
                </a:lnTo>
                <a:lnTo>
                  <a:pt x="10664566" y="5331988"/>
                </a:lnTo>
                <a:lnTo>
                  <a:pt x="10664566" y="5943202"/>
                </a:lnTo>
                <a:lnTo>
                  <a:pt x="10281685" y="5943202"/>
                </a:lnTo>
                <a:lnTo>
                  <a:pt x="10281685" y="6327719"/>
                </a:lnTo>
                <a:lnTo>
                  <a:pt x="10666202" y="6327719"/>
                </a:lnTo>
                <a:lnTo>
                  <a:pt x="10666202" y="5947215"/>
                </a:lnTo>
                <a:lnTo>
                  <a:pt x="11279793" y="5947215"/>
                </a:lnTo>
                <a:lnTo>
                  <a:pt x="112797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900CB8C-F8BC-8748-AEBF-91EC7110F0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5066" y="6285840"/>
            <a:ext cx="752133" cy="350271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364F0A8-C279-55F0-C2F1-4A9CC6B5F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5B227E-2956-43F5-858E-A969454668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486529"/>
            <a:ext cx="4700588" cy="3702159"/>
          </a:xfrm>
        </p:spPr>
        <p:txBody>
          <a:bodyPr rIns="274320" anchor="ctr"/>
          <a:lstStyle>
            <a:lvl1pPr marL="0" indent="0">
              <a:buNone/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2E8C2B3-C562-9DBA-C03F-74326D88F9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38787" y="1485900"/>
            <a:ext cx="4987445" cy="4308844"/>
          </a:xfrm>
        </p:spPr>
        <p:txBody>
          <a:bodyPr lIns="274320"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86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, 2 subtitle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1358D6D-13CF-B4FF-00D4-C61E63B2CC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2560" y="-13649"/>
            <a:ext cx="5859440" cy="6871649"/>
          </a:xfrm>
          <a:custGeom>
            <a:avLst/>
            <a:gdLst>
              <a:gd name="connsiteX0" fmla="*/ 0 w 5859440"/>
              <a:gd name="connsiteY0" fmla="*/ 5330923 h 6871649"/>
              <a:gd name="connsiteX1" fmla="*/ 446686 w 5859440"/>
              <a:gd name="connsiteY1" fmla="*/ 5330923 h 6871649"/>
              <a:gd name="connsiteX2" fmla="*/ 446686 w 5859440"/>
              <a:gd name="connsiteY2" fmla="*/ 5861883 h 6871649"/>
              <a:gd name="connsiteX3" fmla="*/ 0 w 5859440"/>
              <a:gd name="connsiteY3" fmla="*/ 5861883 h 6871649"/>
              <a:gd name="connsiteX4" fmla="*/ 453789 w 5859440"/>
              <a:gd name="connsiteY4" fmla="*/ 5110479 h 6871649"/>
              <a:gd name="connsiteX5" fmla="*/ 636669 w 5859440"/>
              <a:gd name="connsiteY5" fmla="*/ 5110479 h 6871649"/>
              <a:gd name="connsiteX6" fmla="*/ 636669 w 5859440"/>
              <a:gd name="connsiteY6" fmla="*/ 5320650 h 6871649"/>
              <a:gd name="connsiteX7" fmla="*/ 453789 w 5859440"/>
              <a:gd name="connsiteY7" fmla="*/ 5320650 h 6871649"/>
              <a:gd name="connsiteX8" fmla="*/ 5112998 w 5859440"/>
              <a:gd name="connsiteY8" fmla="*/ 182205 h 6871649"/>
              <a:gd name="connsiteX9" fmla="*/ 5112998 w 5859440"/>
              <a:gd name="connsiteY9" fmla="*/ 776535 h 6871649"/>
              <a:gd name="connsiteX10" fmla="*/ 5697894 w 5859440"/>
              <a:gd name="connsiteY10" fmla="*/ 776535 h 6871649"/>
              <a:gd name="connsiteX11" fmla="*/ 5697894 w 5859440"/>
              <a:gd name="connsiteY11" fmla="*/ 182205 h 6871649"/>
              <a:gd name="connsiteX12" fmla="*/ 1136178 w 5859440"/>
              <a:gd name="connsiteY12" fmla="*/ 0 h 6871649"/>
              <a:gd name="connsiteX13" fmla="*/ 5859440 w 5859440"/>
              <a:gd name="connsiteY13" fmla="*/ 0 h 6871649"/>
              <a:gd name="connsiteX14" fmla="*/ 5859440 w 5859440"/>
              <a:gd name="connsiteY14" fmla="*/ 6871649 h 6871649"/>
              <a:gd name="connsiteX15" fmla="*/ 457200 w 5859440"/>
              <a:gd name="connsiteY15" fmla="*/ 6871649 h 6871649"/>
              <a:gd name="connsiteX16" fmla="*/ 457200 w 5859440"/>
              <a:gd name="connsiteY16" fmla="*/ 5861883 h 6871649"/>
              <a:gd name="connsiteX17" fmla="*/ 1136178 w 5859440"/>
              <a:gd name="connsiteY17" fmla="*/ 5861883 h 6871649"/>
              <a:gd name="connsiteX18" fmla="*/ 1136178 w 5859440"/>
              <a:gd name="connsiteY18" fmla="*/ 5330923 h 6871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59440" h="6871649">
                <a:moveTo>
                  <a:pt x="0" y="5330923"/>
                </a:moveTo>
                <a:lnTo>
                  <a:pt x="446686" y="5330923"/>
                </a:lnTo>
                <a:lnTo>
                  <a:pt x="446686" y="5861883"/>
                </a:lnTo>
                <a:lnTo>
                  <a:pt x="0" y="5861883"/>
                </a:lnTo>
                <a:close/>
                <a:moveTo>
                  <a:pt x="453789" y="5110479"/>
                </a:moveTo>
                <a:lnTo>
                  <a:pt x="636669" y="5110479"/>
                </a:lnTo>
                <a:lnTo>
                  <a:pt x="636669" y="5320650"/>
                </a:lnTo>
                <a:lnTo>
                  <a:pt x="453789" y="5320650"/>
                </a:lnTo>
                <a:close/>
                <a:moveTo>
                  <a:pt x="5112998" y="182205"/>
                </a:moveTo>
                <a:lnTo>
                  <a:pt x="5112998" y="776535"/>
                </a:lnTo>
                <a:lnTo>
                  <a:pt x="5697894" y="776535"/>
                </a:lnTo>
                <a:lnTo>
                  <a:pt x="5697894" y="182205"/>
                </a:lnTo>
                <a:close/>
                <a:moveTo>
                  <a:pt x="1136178" y="0"/>
                </a:moveTo>
                <a:lnTo>
                  <a:pt x="5859440" y="0"/>
                </a:lnTo>
                <a:lnTo>
                  <a:pt x="5859440" y="6871649"/>
                </a:lnTo>
                <a:lnTo>
                  <a:pt x="457200" y="6871649"/>
                </a:lnTo>
                <a:lnTo>
                  <a:pt x="457200" y="5861883"/>
                </a:lnTo>
                <a:lnTo>
                  <a:pt x="1136178" y="5861883"/>
                </a:lnTo>
                <a:lnTo>
                  <a:pt x="1136178" y="533092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65721"/>
            <a:ext cx="5256212" cy="853724"/>
          </a:xfrm>
        </p:spPr>
        <p:txBody>
          <a:bodyPr>
            <a:no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35281"/>
            <a:ext cx="5256212" cy="4551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15654"/>
            <a:ext cx="5256212" cy="397367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1" y="1344637"/>
            <a:ext cx="5256212" cy="590643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06725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e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1358D6D-13CF-B4FF-00D4-C61E63B2CCD3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6332560" y="0"/>
            <a:ext cx="5859440" cy="6871649"/>
          </a:xfrm>
          <a:custGeom>
            <a:avLst/>
            <a:gdLst>
              <a:gd name="connsiteX0" fmla="*/ 0 w 5859440"/>
              <a:gd name="connsiteY0" fmla="*/ 5330923 h 6871649"/>
              <a:gd name="connsiteX1" fmla="*/ 446686 w 5859440"/>
              <a:gd name="connsiteY1" fmla="*/ 5330923 h 6871649"/>
              <a:gd name="connsiteX2" fmla="*/ 446686 w 5859440"/>
              <a:gd name="connsiteY2" fmla="*/ 5861883 h 6871649"/>
              <a:gd name="connsiteX3" fmla="*/ 0 w 5859440"/>
              <a:gd name="connsiteY3" fmla="*/ 5861883 h 6871649"/>
              <a:gd name="connsiteX4" fmla="*/ 453789 w 5859440"/>
              <a:gd name="connsiteY4" fmla="*/ 5110479 h 6871649"/>
              <a:gd name="connsiteX5" fmla="*/ 636669 w 5859440"/>
              <a:gd name="connsiteY5" fmla="*/ 5110479 h 6871649"/>
              <a:gd name="connsiteX6" fmla="*/ 636669 w 5859440"/>
              <a:gd name="connsiteY6" fmla="*/ 5320650 h 6871649"/>
              <a:gd name="connsiteX7" fmla="*/ 453789 w 5859440"/>
              <a:gd name="connsiteY7" fmla="*/ 5320650 h 6871649"/>
              <a:gd name="connsiteX8" fmla="*/ 5112998 w 5859440"/>
              <a:gd name="connsiteY8" fmla="*/ 182205 h 6871649"/>
              <a:gd name="connsiteX9" fmla="*/ 5112998 w 5859440"/>
              <a:gd name="connsiteY9" fmla="*/ 776535 h 6871649"/>
              <a:gd name="connsiteX10" fmla="*/ 5697894 w 5859440"/>
              <a:gd name="connsiteY10" fmla="*/ 776535 h 6871649"/>
              <a:gd name="connsiteX11" fmla="*/ 5697894 w 5859440"/>
              <a:gd name="connsiteY11" fmla="*/ 182205 h 6871649"/>
              <a:gd name="connsiteX12" fmla="*/ 1136178 w 5859440"/>
              <a:gd name="connsiteY12" fmla="*/ 0 h 6871649"/>
              <a:gd name="connsiteX13" fmla="*/ 5859440 w 5859440"/>
              <a:gd name="connsiteY13" fmla="*/ 0 h 6871649"/>
              <a:gd name="connsiteX14" fmla="*/ 5859440 w 5859440"/>
              <a:gd name="connsiteY14" fmla="*/ 6871649 h 6871649"/>
              <a:gd name="connsiteX15" fmla="*/ 457200 w 5859440"/>
              <a:gd name="connsiteY15" fmla="*/ 6871649 h 6871649"/>
              <a:gd name="connsiteX16" fmla="*/ 457200 w 5859440"/>
              <a:gd name="connsiteY16" fmla="*/ 5861883 h 6871649"/>
              <a:gd name="connsiteX17" fmla="*/ 1136178 w 5859440"/>
              <a:gd name="connsiteY17" fmla="*/ 5861883 h 6871649"/>
              <a:gd name="connsiteX18" fmla="*/ 1136178 w 5859440"/>
              <a:gd name="connsiteY18" fmla="*/ 5330923 h 6871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59440" h="6871649">
                <a:moveTo>
                  <a:pt x="0" y="5330923"/>
                </a:moveTo>
                <a:lnTo>
                  <a:pt x="446686" y="5330923"/>
                </a:lnTo>
                <a:lnTo>
                  <a:pt x="446686" y="5861883"/>
                </a:lnTo>
                <a:lnTo>
                  <a:pt x="0" y="5861883"/>
                </a:lnTo>
                <a:close/>
                <a:moveTo>
                  <a:pt x="453789" y="5110479"/>
                </a:moveTo>
                <a:lnTo>
                  <a:pt x="636669" y="5110479"/>
                </a:lnTo>
                <a:lnTo>
                  <a:pt x="636669" y="5320650"/>
                </a:lnTo>
                <a:lnTo>
                  <a:pt x="453789" y="5320650"/>
                </a:lnTo>
                <a:close/>
                <a:moveTo>
                  <a:pt x="5112998" y="182205"/>
                </a:moveTo>
                <a:lnTo>
                  <a:pt x="5112998" y="776535"/>
                </a:lnTo>
                <a:lnTo>
                  <a:pt x="5697894" y="776535"/>
                </a:lnTo>
                <a:lnTo>
                  <a:pt x="5697894" y="182205"/>
                </a:lnTo>
                <a:close/>
                <a:moveTo>
                  <a:pt x="1136178" y="0"/>
                </a:moveTo>
                <a:lnTo>
                  <a:pt x="5859440" y="0"/>
                </a:lnTo>
                <a:lnTo>
                  <a:pt x="5859440" y="6871649"/>
                </a:lnTo>
                <a:lnTo>
                  <a:pt x="457200" y="6871649"/>
                </a:lnTo>
                <a:lnTo>
                  <a:pt x="457200" y="5861883"/>
                </a:lnTo>
                <a:lnTo>
                  <a:pt x="1136178" y="5861883"/>
                </a:lnTo>
                <a:lnTo>
                  <a:pt x="1136178" y="533092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303" y="786299"/>
            <a:ext cx="5256212" cy="999974"/>
          </a:xfr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defRPr sz="3200" b="1">
                <a:latin typeface="+mn-lt"/>
              </a:defRPr>
            </a:lvl1pPr>
          </a:lstStyle>
          <a:p>
            <a:r>
              <a:rPr lang="en-US"/>
              <a:t>College Name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22299" y="1979355"/>
            <a:ext cx="5245580" cy="1148315"/>
          </a:xfrm>
          <a:noFill/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14000"/>
              </a:lnSpc>
              <a:buNone/>
              <a:defRPr sz="1400" b="1">
                <a:solidFill>
                  <a:srgbClr val="D6172F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Key advantages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A795F5C-FF0E-9F5E-19DC-9F1C66781C2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2299" y="3264195"/>
            <a:ext cx="5256212" cy="3092154"/>
          </a:xfrm>
        </p:spPr>
        <p:txBody>
          <a:bodyPr lIns="0" tIns="0" rIns="0" bIns="0">
            <a:normAutofit/>
          </a:bodyPr>
          <a:lstStyle>
            <a:lvl1pPr>
              <a:spcAft>
                <a:spcPts val="0"/>
              </a:spcAft>
              <a:defRPr sz="1400"/>
            </a:lvl1pPr>
            <a:lvl2pPr>
              <a:spcAft>
                <a:spcPts val="0"/>
              </a:spcAft>
              <a:defRPr sz="1200"/>
            </a:lvl2pPr>
            <a:lvl3pPr>
              <a:spcAft>
                <a:spcPts val="0"/>
              </a:spcAft>
              <a:defRPr sz="1200"/>
            </a:lvl3pPr>
            <a:lvl4pPr>
              <a:spcAft>
                <a:spcPts val="0"/>
              </a:spcAft>
              <a:defRPr sz="1200"/>
            </a:lvl4pPr>
            <a:lvl5pPr>
              <a:spcAft>
                <a:spcPts val="0"/>
              </a:spcAft>
              <a:defRPr sz="1200"/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26012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and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99C5AA2-FFA3-8A9E-FE5E-DD4F7ABAC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43343 h 6858000"/>
              <a:gd name="connsiteX3" fmla="*/ 11279793 w 12192000"/>
              <a:gd name="connsiteY3" fmla="*/ 5943343 h 6858000"/>
              <a:gd name="connsiteX4" fmla="*/ 11279793 w 12192000"/>
              <a:gd name="connsiteY4" fmla="*/ 5331988 h 6858000"/>
              <a:gd name="connsiteX5" fmla="*/ 10664566 w 12192000"/>
              <a:gd name="connsiteY5" fmla="*/ 5331988 h 6858000"/>
              <a:gd name="connsiteX6" fmla="*/ 10664566 w 12192000"/>
              <a:gd name="connsiteY6" fmla="*/ 5943202 h 6858000"/>
              <a:gd name="connsiteX7" fmla="*/ 10281685 w 12192000"/>
              <a:gd name="connsiteY7" fmla="*/ 5943202 h 6858000"/>
              <a:gd name="connsiteX8" fmla="*/ 10281685 w 12192000"/>
              <a:gd name="connsiteY8" fmla="*/ 6327719 h 6858000"/>
              <a:gd name="connsiteX9" fmla="*/ 10666202 w 12192000"/>
              <a:gd name="connsiteY9" fmla="*/ 6327719 h 6858000"/>
              <a:gd name="connsiteX10" fmla="*/ 10666202 w 12192000"/>
              <a:gd name="connsiteY10" fmla="*/ 5947215 h 6858000"/>
              <a:gd name="connsiteX11" fmla="*/ 11279793 w 12192000"/>
              <a:gd name="connsiteY11" fmla="*/ 5947215 h 6858000"/>
              <a:gd name="connsiteX12" fmla="*/ 1127979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43343"/>
                </a:lnTo>
                <a:lnTo>
                  <a:pt x="11279793" y="5943343"/>
                </a:lnTo>
                <a:lnTo>
                  <a:pt x="11279793" y="5331988"/>
                </a:lnTo>
                <a:lnTo>
                  <a:pt x="10664566" y="5331988"/>
                </a:lnTo>
                <a:lnTo>
                  <a:pt x="10664566" y="5943202"/>
                </a:lnTo>
                <a:lnTo>
                  <a:pt x="10281685" y="5943202"/>
                </a:lnTo>
                <a:lnTo>
                  <a:pt x="10281685" y="6327719"/>
                </a:lnTo>
                <a:lnTo>
                  <a:pt x="10666202" y="6327719"/>
                </a:lnTo>
                <a:lnTo>
                  <a:pt x="10666202" y="5947215"/>
                </a:lnTo>
                <a:lnTo>
                  <a:pt x="11279793" y="5947215"/>
                </a:lnTo>
                <a:lnTo>
                  <a:pt x="112797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900CB8C-F8BC-8748-AEBF-91EC7110F0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5066" y="6285840"/>
            <a:ext cx="752133" cy="350271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364F0A8-C279-55F0-C2F1-4A9CC6B5F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50335"/>
            <a:ext cx="9794358" cy="3732028"/>
          </a:xfrm>
        </p:spPr>
        <p:txBody>
          <a:bodyPr anchor="ctr"/>
          <a:lstStyle>
            <a:lvl1pPr>
              <a:defRPr b="1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Pull quote or emphasis text</a:t>
            </a:r>
          </a:p>
        </p:txBody>
      </p:sp>
    </p:spTree>
    <p:extLst>
      <p:ext uri="{BB962C8B-B14F-4D97-AF65-F5344CB8AC3E}">
        <p14:creationId xmlns:p14="http://schemas.microsoft.com/office/powerpoint/2010/main" val="530736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and pull quote (red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99C5AA2-FFA3-8A9E-FE5E-DD4F7ABAC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43343 h 6858000"/>
              <a:gd name="connsiteX3" fmla="*/ 11279793 w 12192000"/>
              <a:gd name="connsiteY3" fmla="*/ 5943343 h 6858000"/>
              <a:gd name="connsiteX4" fmla="*/ 11279793 w 12192000"/>
              <a:gd name="connsiteY4" fmla="*/ 5331988 h 6858000"/>
              <a:gd name="connsiteX5" fmla="*/ 10664566 w 12192000"/>
              <a:gd name="connsiteY5" fmla="*/ 5331988 h 6858000"/>
              <a:gd name="connsiteX6" fmla="*/ 10664566 w 12192000"/>
              <a:gd name="connsiteY6" fmla="*/ 5943202 h 6858000"/>
              <a:gd name="connsiteX7" fmla="*/ 10281685 w 12192000"/>
              <a:gd name="connsiteY7" fmla="*/ 5943202 h 6858000"/>
              <a:gd name="connsiteX8" fmla="*/ 10281685 w 12192000"/>
              <a:gd name="connsiteY8" fmla="*/ 6327719 h 6858000"/>
              <a:gd name="connsiteX9" fmla="*/ 10666202 w 12192000"/>
              <a:gd name="connsiteY9" fmla="*/ 6327719 h 6858000"/>
              <a:gd name="connsiteX10" fmla="*/ 10666202 w 12192000"/>
              <a:gd name="connsiteY10" fmla="*/ 5947215 h 6858000"/>
              <a:gd name="connsiteX11" fmla="*/ 11279793 w 12192000"/>
              <a:gd name="connsiteY11" fmla="*/ 5947215 h 6858000"/>
              <a:gd name="connsiteX12" fmla="*/ 1127979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43343"/>
                </a:lnTo>
                <a:lnTo>
                  <a:pt x="11279793" y="5943343"/>
                </a:lnTo>
                <a:lnTo>
                  <a:pt x="11279793" y="5331988"/>
                </a:lnTo>
                <a:lnTo>
                  <a:pt x="10664566" y="5331988"/>
                </a:lnTo>
                <a:lnTo>
                  <a:pt x="10664566" y="5943202"/>
                </a:lnTo>
                <a:lnTo>
                  <a:pt x="10281685" y="5943202"/>
                </a:lnTo>
                <a:lnTo>
                  <a:pt x="10281685" y="6327719"/>
                </a:lnTo>
                <a:lnTo>
                  <a:pt x="10666202" y="6327719"/>
                </a:lnTo>
                <a:lnTo>
                  <a:pt x="10666202" y="5947215"/>
                </a:lnTo>
                <a:lnTo>
                  <a:pt x="11279793" y="5947215"/>
                </a:lnTo>
                <a:lnTo>
                  <a:pt x="112797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900CB8C-F8BC-8748-AEBF-91EC7110F0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375066" y="6285840"/>
            <a:ext cx="752132" cy="350271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364F0A8-C279-55F0-C2F1-4A9CC6B5F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50335"/>
            <a:ext cx="9794358" cy="3732028"/>
          </a:xfrm>
        </p:spPr>
        <p:txBody>
          <a:bodyPr lIns="0" tIns="0" rIns="0" bIns="0" anchor="ctr"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Pull quote or emphasis text</a:t>
            </a:r>
          </a:p>
        </p:txBody>
      </p:sp>
    </p:spTree>
    <p:extLst>
      <p:ext uri="{BB962C8B-B14F-4D97-AF65-F5344CB8AC3E}">
        <p14:creationId xmlns:p14="http://schemas.microsoft.com/office/powerpoint/2010/main" val="2585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1852FB-B7DB-E0A5-844A-5D334F96CE7B}"/>
              </a:ext>
            </a:extLst>
          </p:cNvPr>
          <p:cNvSpPr/>
          <p:nvPr userDrawn="1"/>
        </p:nvSpPr>
        <p:spPr>
          <a:xfrm>
            <a:off x="9894627" y="0"/>
            <a:ext cx="22973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BECB6-452D-3F29-31B8-5FC19675A40C}"/>
              </a:ext>
            </a:extLst>
          </p:cNvPr>
          <p:cNvSpPr>
            <a:spLocks noChangeAspect="1"/>
          </p:cNvSpPr>
          <p:nvPr userDrawn="1"/>
        </p:nvSpPr>
        <p:spPr>
          <a:xfrm>
            <a:off x="8614467" y="5577840"/>
            <a:ext cx="1280160" cy="128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29E4BE-F21D-C343-8269-36CC20B633BA}"/>
              </a:ext>
            </a:extLst>
          </p:cNvPr>
          <p:cNvSpPr>
            <a:spLocks noChangeAspect="1"/>
          </p:cNvSpPr>
          <p:nvPr userDrawn="1"/>
        </p:nvSpPr>
        <p:spPr>
          <a:xfrm>
            <a:off x="7777859" y="4754880"/>
            <a:ext cx="822960" cy="82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12940-FA47-0535-086C-B5D9D1359701}"/>
              </a:ext>
            </a:extLst>
          </p:cNvPr>
          <p:cNvSpPr>
            <a:spLocks noChangeAspect="1"/>
          </p:cNvSpPr>
          <p:nvPr userDrawn="1"/>
        </p:nvSpPr>
        <p:spPr>
          <a:xfrm>
            <a:off x="7302235" y="5585346"/>
            <a:ext cx="457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D81EA54-2F85-826C-8191-9C51C9784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4630" y="2489156"/>
            <a:ext cx="6866189" cy="85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592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1852FB-B7DB-E0A5-844A-5D334F96CE7B}"/>
              </a:ext>
            </a:extLst>
          </p:cNvPr>
          <p:cNvSpPr/>
          <p:nvPr userDrawn="1"/>
        </p:nvSpPr>
        <p:spPr>
          <a:xfrm>
            <a:off x="9894627" y="0"/>
            <a:ext cx="22973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BECB6-452D-3F29-31B8-5FC19675A40C}"/>
              </a:ext>
            </a:extLst>
          </p:cNvPr>
          <p:cNvSpPr>
            <a:spLocks noChangeAspect="1"/>
          </p:cNvSpPr>
          <p:nvPr userDrawn="1"/>
        </p:nvSpPr>
        <p:spPr>
          <a:xfrm>
            <a:off x="8614467" y="5577840"/>
            <a:ext cx="1280160" cy="128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29E4BE-F21D-C343-8269-36CC20B633BA}"/>
              </a:ext>
            </a:extLst>
          </p:cNvPr>
          <p:cNvSpPr>
            <a:spLocks noChangeAspect="1"/>
          </p:cNvSpPr>
          <p:nvPr userDrawn="1"/>
        </p:nvSpPr>
        <p:spPr>
          <a:xfrm>
            <a:off x="7777859" y="4754880"/>
            <a:ext cx="822960" cy="82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12940-FA47-0535-086C-B5D9D1359701}"/>
              </a:ext>
            </a:extLst>
          </p:cNvPr>
          <p:cNvSpPr>
            <a:spLocks noChangeAspect="1"/>
          </p:cNvSpPr>
          <p:nvPr userDrawn="1"/>
        </p:nvSpPr>
        <p:spPr>
          <a:xfrm>
            <a:off x="7302235" y="5585346"/>
            <a:ext cx="457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54C17-B23C-576E-F125-FA6989F67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36457"/>
            <a:ext cx="6774712" cy="1697590"/>
          </a:xfrm>
        </p:spPr>
        <p:txBody>
          <a:bodyPr lIns="0" tIns="0" rIns="0" bIns="0" anchor="ctr">
            <a:normAutofit/>
          </a:bodyPr>
          <a:lstStyle>
            <a:lvl1pPr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35B3C10-B380-2445-8847-0DE0FC21C8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173" y="5801578"/>
            <a:ext cx="1516145" cy="70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98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1852FB-B7DB-E0A5-844A-5D334F96CE7B}"/>
              </a:ext>
            </a:extLst>
          </p:cNvPr>
          <p:cNvSpPr/>
          <p:nvPr userDrawn="1"/>
        </p:nvSpPr>
        <p:spPr>
          <a:xfrm>
            <a:off x="9894627" y="0"/>
            <a:ext cx="22973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BECB6-452D-3F29-31B8-5FC19675A40C}"/>
              </a:ext>
            </a:extLst>
          </p:cNvPr>
          <p:cNvSpPr>
            <a:spLocks noChangeAspect="1"/>
          </p:cNvSpPr>
          <p:nvPr userDrawn="1"/>
        </p:nvSpPr>
        <p:spPr>
          <a:xfrm>
            <a:off x="8614467" y="5577840"/>
            <a:ext cx="1280160" cy="128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29E4BE-F21D-C343-8269-36CC20B633BA}"/>
              </a:ext>
            </a:extLst>
          </p:cNvPr>
          <p:cNvSpPr>
            <a:spLocks noChangeAspect="1"/>
          </p:cNvSpPr>
          <p:nvPr userDrawn="1"/>
        </p:nvSpPr>
        <p:spPr>
          <a:xfrm>
            <a:off x="7777859" y="4754880"/>
            <a:ext cx="822960" cy="82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12940-FA47-0535-086C-B5D9D1359701}"/>
              </a:ext>
            </a:extLst>
          </p:cNvPr>
          <p:cNvSpPr>
            <a:spLocks noChangeAspect="1"/>
          </p:cNvSpPr>
          <p:nvPr userDrawn="1"/>
        </p:nvSpPr>
        <p:spPr>
          <a:xfrm>
            <a:off x="7302235" y="5585346"/>
            <a:ext cx="457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43D7FA-B191-D953-42DF-A56B08BB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180"/>
            <a:ext cx="8728881" cy="776884"/>
          </a:xfrm>
        </p:spPr>
        <p:txBody>
          <a:bodyPr lIns="0" tIns="0" rIns="0" bIns="0" anchor="t" anchorCtr="0"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E91B89-0A70-0C28-1609-FE1F4B0C7A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173" y="5801578"/>
            <a:ext cx="1516145" cy="70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5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8DFFC8-8612-2C43-15B5-6947484B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6612"/>
            <a:ext cx="10515600" cy="109978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BAB19-7FD7-60E2-430D-31F22F460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0369"/>
            <a:ext cx="10515600" cy="46280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02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600" b="1" kern="1200">
          <a:solidFill>
            <a:srgbClr val="00000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FB16-7181-2B44-A7F9-80181F5C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741" y="802017"/>
            <a:ext cx="7187065" cy="4153112"/>
          </a:xfrm>
        </p:spPr>
        <p:txBody>
          <a:bodyPr>
            <a:normAutofit/>
          </a:bodyPr>
          <a:lstStyle/>
          <a:p>
            <a:pPr algn="ctr"/>
            <a:br>
              <a:rPr lang="en-US" sz="3600" dirty="0"/>
            </a:br>
            <a:r>
              <a:rPr lang="en-US" sz="3600" dirty="0"/>
              <a:t>Lifestyle &amp; Diabetes Prediction</a:t>
            </a:r>
            <a:br>
              <a:rPr lang="en-US" sz="3600" dirty="0"/>
            </a:br>
            <a:r>
              <a:rPr lang="en-US" sz="3600" dirty="0"/>
              <a:t>Group#7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30167-956B-2092-DCFD-EE4E66D69CAC}"/>
              </a:ext>
            </a:extLst>
          </p:cNvPr>
          <p:cNvSpPr txBox="1"/>
          <p:nvPr/>
        </p:nvSpPr>
        <p:spPr>
          <a:xfrm>
            <a:off x="1593815" y="561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969CC-5C46-3531-34EB-5B71B52523E8}"/>
              </a:ext>
            </a:extLst>
          </p:cNvPr>
          <p:cNvSpPr txBox="1"/>
          <p:nvPr/>
        </p:nvSpPr>
        <p:spPr>
          <a:xfrm>
            <a:off x="854729" y="5109722"/>
            <a:ext cx="3014921" cy="147732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Source Sans Pro"/>
              </a:rPr>
              <a:t>Katana Jade Taylor</a:t>
            </a:r>
          </a:p>
          <a:p>
            <a:r>
              <a:rPr lang="en-US" dirty="0">
                <a:ea typeface="Source Sans Pro"/>
              </a:rPr>
              <a:t>Matthew Chico</a:t>
            </a:r>
          </a:p>
          <a:p>
            <a:r>
              <a:rPr lang="en-US" dirty="0">
                <a:ea typeface="Source Sans Pro"/>
              </a:rPr>
              <a:t>Matthew Saint Victor</a:t>
            </a:r>
            <a:endParaRPr lang="en-US" dirty="0"/>
          </a:p>
          <a:p>
            <a:r>
              <a:rPr lang="en-US" dirty="0">
                <a:ea typeface="Source Sans Pro"/>
              </a:rPr>
              <a:t>Mohemmad Asif Azhar</a:t>
            </a:r>
          </a:p>
          <a:p>
            <a:r>
              <a:rPr lang="en-US" dirty="0">
                <a:ea typeface="Source Sans Pro"/>
              </a:rPr>
              <a:t>Zachary Skiba</a:t>
            </a:r>
          </a:p>
        </p:txBody>
      </p:sp>
    </p:spTree>
    <p:extLst>
      <p:ext uri="{BB962C8B-B14F-4D97-AF65-F5344CB8AC3E}">
        <p14:creationId xmlns:p14="http://schemas.microsoft.com/office/powerpoint/2010/main" val="157868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70CF4-A2AD-1E41-9B54-737924BA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Lifestyle &amp; Diabetes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9BCA5-AE40-2547-94A7-105A16BFD6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 b="1" dirty="0"/>
              <a:t>Research Issue:</a:t>
            </a:r>
            <a:r>
              <a:rPr lang="en-US" sz="2000" dirty="0"/>
              <a:t> Predict diabetes using lifestyle features</a:t>
            </a:r>
          </a:p>
          <a:p>
            <a:r>
              <a:rPr lang="en-US" sz="2000" b="1" dirty="0"/>
              <a:t>Key Finding: </a:t>
            </a:r>
            <a:r>
              <a:rPr lang="en-US" sz="2000" dirty="0"/>
              <a:t>Class imbalance significantly impacts performance</a:t>
            </a:r>
          </a:p>
          <a:p>
            <a:r>
              <a:rPr lang="en-US" sz="2000" b="1" dirty="0"/>
              <a:t>Baseline: </a:t>
            </a:r>
            <a:r>
              <a:rPr lang="en-US" sz="2000" dirty="0"/>
              <a:t>Logistic Regression provides interpretability</a:t>
            </a:r>
          </a:p>
          <a:p>
            <a:r>
              <a:rPr lang="en-US" sz="2000" b="1" dirty="0"/>
              <a:t>Best Models: </a:t>
            </a:r>
            <a:r>
              <a:rPr lang="en-US" sz="2000" dirty="0" err="1"/>
              <a:t>XGBoost</a:t>
            </a:r>
            <a:r>
              <a:rPr lang="en-US" sz="2000" dirty="0"/>
              <a:t>, Random Forest outperform baseline</a:t>
            </a:r>
          </a:p>
          <a:p>
            <a:r>
              <a:rPr lang="en-US" sz="2000" b="1" dirty="0"/>
              <a:t>Limitation: </a:t>
            </a:r>
            <a:r>
              <a:rPr lang="en-US" sz="2000" dirty="0"/>
              <a:t>Missing biomarkers (HbA1c, glucose)</a:t>
            </a:r>
          </a:p>
          <a:p>
            <a:pPr marL="0" indent="0">
              <a:lnSpc>
                <a:spcPct val="113999"/>
              </a:lnSpc>
              <a:buNone/>
            </a:pPr>
            <a:endParaRPr lang="en-US" sz="2000" dirty="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B0949C5-49F4-CD49-9C6A-9536FD20C2F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4226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E598-83DE-9402-36DE-90809725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5051-A7C4-4246-B6E9-EA7B2DC0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Lifestyle &amp; Diabetes Prediction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E9BF3-1A2C-41A1-3639-5FC81F1174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sz="2000" dirty="0"/>
              <a:t>Datasets: Binary (0/1) and Multiclass (0/1/2)</a:t>
            </a:r>
          </a:p>
          <a:p>
            <a:r>
              <a:rPr lang="en-US" sz="2000" dirty="0"/>
              <a:t>21 lifestyle-based features (BRFSS dataset)</a:t>
            </a:r>
          </a:p>
          <a:p>
            <a:r>
              <a:rPr lang="en-US" sz="2000" dirty="0"/>
              <a:t>Team-based ML pipeline with shared preprocessing</a:t>
            </a:r>
          </a:p>
          <a:p>
            <a:r>
              <a:rPr lang="en-US" sz="2000" dirty="0"/>
              <a:t>Goal: Compare multiple ML models under same conditions</a:t>
            </a:r>
          </a:p>
          <a:p>
            <a:pPr marL="0" indent="0">
              <a:lnSpc>
                <a:spcPct val="113999"/>
              </a:lnSpc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endParaRPr lang="en-US" sz="2000" dirty="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746FD1D-8F80-01C5-F02A-A0C84235A1D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353111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86D0-0092-585C-8DC6-A1467BD9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3CDC-B987-AAA4-83C2-55B13AA6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Lifestyle &amp; Diabetes Prediction</a:t>
            </a:r>
            <a:endParaRPr lang="en-US" sz="2800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5B070-C82A-F54E-0D0C-47C9372A5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02025"/>
            <a:ext cx="10514012" cy="474482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000" dirty="0"/>
              <a:t>Person 1: </a:t>
            </a:r>
          </a:p>
          <a:p>
            <a:pPr lvl="1"/>
            <a:r>
              <a:rPr lang="en-US" sz="1600" dirty="0"/>
              <a:t>Logistic Regression (baseline, interpretation)</a:t>
            </a:r>
          </a:p>
          <a:p>
            <a:pPr lvl="1"/>
            <a:r>
              <a:rPr lang="en-US" sz="1600" dirty="0"/>
              <a:t>Add few point</a:t>
            </a:r>
          </a:p>
          <a:p>
            <a:r>
              <a:rPr lang="en-US" sz="2000" dirty="0"/>
              <a:t>Person 2: </a:t>
            </a:r>
          </a:p>
          <a:p>
            <a:pPr lvl="1"/>
            <a:r>
              <a:rPr lang="en-US" sz="1600" dirty="0"/>
              <a:t>Random Forest (feature importance)</a:t>
            </a:r>
          </a:p>
          <a:p>
            <a:pPr lvl="1"/>
            <a:r>
              <a:rPr lang="en-US" sz="1600" dirty="0"/>
              <a:t>Add few points</a:t>
            </a:r>
          </a:p>
          <a:p>
            <a:r>
              <a:rPr lang="en-US" sz="2000" dirty="0"/>
              <a:t>Person 3: </a:t>
            </a:r>
          </a:p>
          <a:p>
            <a:pPr lvl="1"/>
            <a:r>
              <a:rPr lang="en-US" sz="1600" dirty="0" err="1"/>
              <a:t>XGBoost</a:t>
            </a:r>
            <a:r>
              <a:rPr lang="en-US" sz="1600" dirty="0"/>
              <a:t> (top performer, SHAP)</a:t>
            </a:r>
          </a:p>
          <a:p>
            <a:r>
              <a:rPr lang="en-US" sz="2000" dirty="0"/>
              <a:t>Mohemmad: </a:t>
            </a:r>
          </a:p>
          <a:p>
            <a:pPr lvl="1"/>
            <a:r>
              <a:rPr lang="en-US" sz="1600" dirty="0"/>
              <a:t>SVM (kernel comparison, ROC-AUC)</a:t>
            </a:r>
          </a:p>
          <a:p>
            <a:r>
              <a:rPr lang="en-US" sz="2000" dirty="0"/>
              <a:t>Person 5: </a:t>
            </a:r>
          </a:p>
          <a:p>
            <a:pPr lvl="1"/>
            <a:r>
              <a:rPr lang="en-US" sz="1600" dirty="0"/>
              <a:t>Naive Bayes + KNN (contrast models)</a:t>
            </a:r>
          </a:p>
          <a:p>
            <a: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dirty="0">
                <a:ea typeface="+mn-lt"/>
                <a:cs typeface="+mn-lt"/>
              </a:rPr>
              <a:t>.</a:t>
            </a:r>
          </a:p>
          <a:p>
            <a:pPr marL="68580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Wingdings"/>
              <a:buChar char="§"/>
            </a:pPr>
            <a:endParaRPr lang="en-US" sz="2000" dirty="0">
              <a:solidFill>
                <a:srgbClr val="000000"/>
              </a:solidFill>
              <a:latin typeface="Neue Haas Grotesk Text Pro"/>
              <a:ea typeface="Source Sans Pro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endParaRPr lang="en-US" sz="2000" dirty="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0E971DD-F11D-970C-6163-5DFF205DBB3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 dirty="0">
                <a:solidFill>
                  <a:srgbClr val="D6172F"/>
                </a:solidFill>
                <a:latin typeface="Source Sans Pro"/>
                <a:ea typeface="Source Sans Pro"/>
              </a:rPr>
              <a:t>Team and Responsibilities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2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93DA-E25E-0846-BCE1-52CBA12A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FC0D-3621-8F0D-24F6-59825DB8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Lifestyle &amp; Diabetes Prediction</a:t>
            </a:r>
            <a:endParaRPr lang="en-US" sz="2800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3201-CC42-3AC5-0298-EE5C59828C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sz="2000" b="1" dirty="0"/>
              <a:t>Week 1: </a:t>
            </a:r>
          </a:p>
          <a:p>
            <a:pPr lvl="1"/>
            <a:r>
              <a:rPr lang="en-US" sz="1600" dirty="0"/>
              <a:t>EDA, dataset understanding, setup</a:t>
            </a:r>
          </a:p>
          <a:p>
            <a:r>
              <a:rPr lang="en-US" sz="2000" b="1" dirty="0"/>
              <a:t>Week 2: </a:t>
            </a:r>
          </a:p>
          <a:p>
            <a:pPr lvl="1"/>
            <a:r>
              <a:rPr lang="en-US" sz="1600" dirty="0"/>
              <a:t>Preprocessing, PCA, K-Means</a:t>
            </a:r>
          </a:p>
          <a:p>
            <a:r>
              <a:rPr lang="en-US" sz="2000" b="1" dirty="0"/>
              <a:t>Week 3: </a:t>
            </a:r>
          </a:p>
          <a:p>
            <a:pPr lvl="1"/>
            <a:r>
              <a:rPr lang="en-US" sz="1600" dirty="0"/>
              <a:t>Modeling, tuning, evaluation</a:t>
            </a:r>
          </a:p>
          <a:p>
            <a:r>
              <a:rPr lang="en-US" sz="2000" b="1" dirty="0"/>
              <a:t>Week 4: </a:t>
            </a:r>
          </a:p>
          <a:p>
            <a:pPr lvl="1"/>
            <a:r>
              <a:rPr lang="en-US" sz="1600" dirty="0"/>
              <a:t>Results, report, presentation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Wingdings"/>
              <a:buChar char="§"/>
            </a:pPr>
            <a:endParaRPr lang="en-US" sz="1900" dirty="0">
              <a:solidFill>
                <a:srgbClr val="000000"/>
              </a:solidFill>
              <a:latin typeface="Neue Haas Grotesk Text Pro"/>
              <a:ea typeface="Source Sans Pro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endParaRPr lang="en-US" sz="2000" dirty="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E5E158-C0E5-1FEB-E510-67972516C34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lnSpc>
                <a:spcPct val="93999"/>
              </a:lnSpc>
            </a:pPr>
            <a:r>
              <a:rPr lang="en-US" sz="2000" b="1" dirty="0">
                <a:solidFill>
                  <a:srgbClr val="D6172F"/>
                </a:solidFill>
                <a:latin typeface="Source Sans Pro"/>
                <a:ea typeface="Source Sans Pro"/>
              </a:rPr>
              <a:t>Timeline &amp; Deliverables</a:t>
            </a:r>
            <a:br>
              <a:rPr lang="en-US" sz="2000" b="1" dirty="0">
                <a:solidFill>
                  <a:srgbClr val="D6172F"/>
                </a:solidFill>
                <a:latin typeface="Source Sans Pro"/>
                <a:ea typeface="Source Sans Pro"/>
              </a:rPr>
            </a:br>
            <a:endParaRPr lang="en-US" sz="2000" b="1" dirty="0">
              <a:solidFill>
                <a:srgbClr val="D6172F"/>
              </a:solidFill>
              <a:latin typeface="Source Sans Pro"/>
              <a:ea typeface="Source Sans Pro"/>
            </a:endParaRPr>
          </a:p>
          <a:p>
            <a:pPr marL="0" indent="0">
              <a:lnSpc>
                <a:spcPct val="113999"/>
              </a:lnSpc>
              <a:buNone/>
            </a:pPr>
            <a:endParaRPr lang="en-US" sz="2000" b="1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90640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E5E2-D9D1-4573-B143-FBFD9B28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00762-235E-52DD-4672-61E96AC1D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18881"/>
            <a:ext cx="10514012" cy="484877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000" dirty="0"/>
              <a:t>Single 80/20 train-test split (no leakage)</a:t>
            </a:r>
          </a:p>
          <a:p>
            <a:pPr lvl="1"/>
            <a:r>
              <a:rPr lang="en-US" sz="1600" dirty="0"/>
              <a:t>Add few point if applicable</a:t>
            </a:r>
          </a:p>
          <a:p>
            <a:r>
              <a:rPr lang="en-US" sz="2000" dirty="0"/>
              <a:t>Scaling applied only on training data</a:t>
            </a:r>
          </a:p>
          <a:p>
            <a:pPr lvl="1"/>
            <a:r>
              <a:rPr lang="en-US" sz="1600" dirty="0"/>
              <a:t>Add few point if applicable</a:t>
            </a:r>
          </a:p>
          <a:p>
            <a:r>
              <a:rPr lang="en-US" sz="2000" dirty="0"/>
              <a:t>SMOTE used only inside training pipeline</a:t>
            </a:r>
          </a:p>
          <a:p>
            <a:pPr lvl="1"/>
            <a:r>
              <a:rPr lang="en-US" sz="1600" dirty="0"/>
              <a:t>Add few point if applicable</a:t>
            </a:r>
            <a:endParaRPr lang="en-US" sz="2000" dirty="0"/>
          </a:p>
          <a:p>
            <a:r>
              <a:rPr lang="en-US" sz="2000" dirty="0"/>
              <a:t>Consistent preprocessing across all models</a:t>
            </a:r>
          </a:p>
          <a:p>
            <a:pPr lvl="1"/>
            <a:r>
              <a:rPr lang="en-US" sz="1600" dirty="0"/>
              <a:t>Add few point if applicable</a:t>
            </a:r>
          </a:p>
          <a:p>
            <a:pPr marL="457200" lvl="1" indent="0">
              <a:buNone/>
            </a:pPr>
            <a:endParaRPr lang="en-US" sz="1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25549ED-440F-7010-AD1D-4A969C5C2E0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 dirty="0"/>
              <a:t>Methodology</a:t>
            </a:r>
            <a:endParaRPr lang="en-US" sz="2000" b="1" dirty="0"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 sz="20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58974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CC47-D75A-7325-2C7E-E644B77F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6102-8CB2-CF34-4D9E-CDFC6A0D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CB5C7-3B5B-0074-56A6-183976B109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dirty="0"/>
              <a:t>Input → Clean → Split → Scale → Train → Evaluate</a:t>
            </a:r>
          </a:p>
          <a:p>
            <a:r>
              <a:rPr lang="en-US" sz="2000" dirty="0"/>
              <a:t>Binary vs Multiclass handled separately</a:t>
            </a:r>
          </a:p>
          <a:p>
            <a:r>
              <a:rPr lang="en-US" sz="2000" dirty="0"/>
              <a:t>No test data used during training</a:t>
            </a:r>
          </a:p>
          <a:p>
            <a:r>
              <a:rPr lang="en-US" sz="2000" dirty="0"/>
              <a:t>Reusable preprocessing scripts developed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  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F0F1947-22FD-DBE5-5B75-A4E07DE955D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 dirty="0"/>
              <a:t>Data Processing Pipeline</a:t>
            </a:r>
            <a:endParaRPr lang="en-US" dirty="0"/>
          </a:p>
          <a:p>
            <a:pPr>
              <a:lnSpc>
                <a:spcPct val="113999"/>
              </a:lnSpc>
            </a:pPr>
            <a:endParaRPr lang="en-US" sz="20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80528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C057-17A7-F5B6-309D-DADF731D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C656-9246-511C-20E9-E6113336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C95F8-6FB0-4CFF-E3C3-7301C3B0C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14235"/>
            <a:ext cx="4208928" cy="2353692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panose="05000000000000000000" pitchFamily="2" charset="2"/>
              <a:buChar char="o"/>
            </a:pPr>
            <a:endParaRPr lang="en-US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4BA7754-A032-0802-E968-197318C9315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 dirty="0"/>
              <a:t>Exploratory Data Analysis</a:t>
            </a:r>
            <a:endParaRPr lang="en-US" dirty="0"/>
          </a:p>
          <a:p>
            <a:pPr>
              <a:lnSpc>
                <a:spcPct val="113999"/>
              </a:lnSpc>
            </a:pPr>
            <a:endParaRPr lang="en-US" sz="2000" dirty="0">
              <a:ea typeface="Source Sans Pr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-1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graph of blue and black bars&#10;&#10;AI-generated content may be incorrect.">
            <a:extLst>
              <a:ext uri="{FF2B5EF4-FFF2-40B4-BE49-F238E27FC236}">
                <a16:creationId xmlns:a16="http://schemas.microsoft.com/office/drawing/2014/main" id="{4414907B-7C3A-58B3-FBD6-ED8B2F89E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55" y="4424322"/>
            <a:ext cx="3357622" cy="2119051"/>
          </a:xfrm>
          <a:prstGeom prst="rect">
            <a:avLst/>
          </a:prstGeom>
        </p:spPr>
      </p:pic>
      <p:pic>
        <p:nvPicPr>
          <p:cNvPr id="11" name="Picture 10" descr="A graph of blue and black bars&#10;&#10;AI-generated content may be incorrect.">
            <a:extLst>
              <a:ext uri="{FF2B5EF4-FFF2-40B4-BE49-F238E27FC236}">
                <a16:creationId xmlns:a16="http://schemas.microsoft.com/office/drawing/2014/main" id="{459C210C-AED9-FA84-86E1-DBBCC60F1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601" y="538431"/>
            <a:ext cx="4185064" cy="2820970"/>
          </a:xfrm>
          <a:prstGeom prst="rect">
            <a:avLst/>
          </a:prstGeom>
        </p:spPr>
      </p:pic>
      <p:pic>
        <p:nvPicPr>
          <p:cNvPr id="12" name="Picture 11" descr="A graph of a number of blue lines&#10;&#10;AI-generated content may be incorrect.">
            <a:extLst>
              <a:ext uri="{FF2B5EF4-FFF2-40B4-BE49-F238E27FC236}">
                <a16:creationId xmlns:a16="http://schemas.microsoft.com/office/drawing/2014/main" id="{8EBFA636-91E3-2B5B-0CAD-6A9DF42BD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14" y="4436281"/>
            <a:ext cx="2915959" cy="2117197"/>
          </a:xfrm>
          <a:prstGeom prst="rect">
            <a:avLst/>
          </a:prstGeom>
        </p:spPr>
      </p:pic>
      <p:pic>
        <p:nvPicPr>
          <p:cNvPr id="13" name="Content Placeholder 6" descr="A graph of a bed&#10;&#10;AI-generated content may be incorrect.">
            <a:extLst>
              <a:ext uri="{FF2B5EF4-FFF2-40B4-BE49-F238E27FC236}">
                <a16:creationId xmlns:a16="http://schemas.microsoft.com/office/drawing/2014/main" id="{25618628-0C4F-D1AB-8BB0-9BE392A19FE1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975" y="4427777"/>
            <a:ext cx="2739834" cy="21160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55EE5B-8A12-FADF-FCBB-5D9C17690A30}"/>
              </a:ext>
            </a:extLst>
          </p:cNvPr>
          <p:cNvSpPr txBox="1">
            <a:spLocks/>
          </p:cNvSpPr>
          <p:nvPr/>
        </p:nvSpPr>
        <p:spPr>
          <a:xfrm>
            <a:off x="1173395" y="1948049"/>
            <a:ext cx="10514012" cy="470938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Class imbalance identified (severe in multiclass)</a:t>
            </a:r>
          </a:p>
          <a:p>
            <a:r>
              <a:rPr lang="en-US" sz="2000" dirty="0"/>
              <a:t>Feature correlations analyzed</a:t>
            </a:r>
          </a:p>
          <a:p>
            <a:r>
              <a:rPr lang="en-US" sz="2000" dirty="0"/>
              <a:t>Distribution plots and heatmaps generated</a:t>
            </a:r>
          </a:p>
          <a:p>
            <a:r>
              <a:rPr lang="en-US" sz="2000" dirty="0"/>
              <a:t>Insights: Lifestyle factors partially predictive</a:t>
            </a:r>
          </a:p>
          <a:p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Add visuals [I’ve attached just for the reference]</a:t>
            </a:r>
            <a:endParaRPr lang="en-US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606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9A5C-F94B-451B-C68D-E624B89A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sz="2800" dirty="0">
              <a:ea typeface="+mn-lt"/>
              <a:cs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3F5D-0B67-35EA-8791-98E78E8DC7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000" dirty="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r>
              <a:rPr lang="en-US" sz="2000" dirty="0"/>
              <a:t>Input → Clean → Split → Scale → Train → Evaluate</a:t>
            </a:r>
          </a:p>
          <a:p>
            <a:r>
              <a:rPr lang="en-US" sz="2000" dirty="0"/>
              <a:t>Binary vs Multiclass handled separately</a:t>
            </a:r>
          </a:p>
          <a:p>
            <a:r>
              <a:rPr lang="en-US" sz="2000" dirty="0"/>
              <a:t>No test data used during training</a:t>
            </a:r>
          </a:p>
          <a:p>
            <a:r>
              <a:rPr lang="en-US" sz="2000" dirty="0"/>
              <a:t>Reusable preprocessing scripts developed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D8F5548-99D6-FE3E-1D2E-484B2C4F4FA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Processing and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04939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9E109-4FB5-B974-E1AB-2D2E6F18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DAC2-24E9-C4D9-3A3C-DB60BE7D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sz="2800" dirty="0">
              <a:ea typeface="+mn-lt"/>
              <a:cs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3AA0A-C4B9-E5D4-7B40-5C94F5686F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 dirty="0"/>
              <a:t>PCA used for dimensionality reduction</a:t>
            </a:r>
          </a:p>
          <a:p>
            <a:r>
              <a:rPr lang="en-US" sz="2000" dirty="0"/>
              <a:t>Explained variance analyzed via scree plot</a:t>
            </a:r>
          </a:p>
          <a:p>
            <a:r>
              <a:rPr lang="en-US" sz="2000" dirty="0"/>
              <a:t>K-Means clustering (k=2, k=3)</a:t>
            </a:r>
          </a:p>
          <a:p>
            <a:r>
              <a:rPr lang="en-US" sz="2000" dirty="0"/>
              <a:t>Observation: weak natural class separation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DC1A45-FD3B-DCD8-AEDF-DE34D03B1B7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256319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789C-E56D-6C12-8A26-79C9025D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9061-A847-72EF-6E63-92D74F8357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 dirty="0"/>
              <a:t>Baseline: Logistic Regression</a:t>
            </a:r>
          </a:p>
          <a:p>
            <a:r>
              <a:rPr lang="en-US" sz="2000" dirty="0"/>
              <a:t>Tree Models: Random Forest</a:t>
            </a:r>
          </a:p>
          <a:p>
            <a:r>
              <a:rPr lang="en-US" sz="2000" dirty="0"/>
              <a:t>Boosting: </a:t>
            </a:r>
            <a:r>
              <a:rPr lang="en-US" sz="2000" dirty="0" err="1"/>
              <a:t>XGBoost</a:t>
            </a:r>
            <a:r>
              <a:rPr lang="en-US" sz="2000" dirty="0"/>
              <a:t> / </a:t>
            </a:r>
            <a:r>
              <a:rPr lang="en-US" sz="2000" dirty="0" err="1"/>
              <a:t>LightGBM</a:t>
            </a:r>
            <a:endParaRPr lang="en-US" sz="2000" dirty="0"/>
          </a:p>
          <a:p>
            <a:r>
              <a:rPr lang="en-US" sz="2000" dirty="0"/>
              <a:t>Other Models: SVM, Naive Bayes, KNN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88D71DD-9347-A9D5-0249-32BA33F8B54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 dirty="0">
                <a:ea typeface="Source Sans Pro"/>
              </a:rPr>
              <a:t>Modelling Approach</a:t>
            </a:r>
          </a:p>
        </p:txBody>
      </p:sp>
    </p:spTree>
    <p:extLst>
      <p:ext uri="{BB962C8B-B14F-4D97-AF65-F5344CB8AC3E}">
        <p14:creationId xmlns:p14="http://schemas.microsoft.com/office/powerpoint/2010/main" val="2101471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538A-2BB9-9E01-8459-3C5C7D1F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70F2-DB80-5364-5244-4388AE8D8A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 dirty="0"/>
              <a:t>Accuracy</a:t>
            </a:r>
          </a:p>
          <a:p>
            <a:r>
              <a:rPr lang="en-US" sz="2000" dirty="0"/>
              <a:t>Precision, Recall</a:t>
            </a:r>
          </a:p>
          <a:p>
            <a:r>
              <a:rPr lang="en-US" sz="2000" dirty="0"/>
              <a:t>F1 Score (primary metric)</a:t>
            </a:r>
          </a:p>
          <a:p>
            <a:r>
              <a:rPr lang="en-US" sz="2000" dirty="0"/>
              <a:t>ROC-AUC (binary)</a:t>
            </a:r>
          </a:p>
          <a:p>
            <a:r>
              <a:rPr lang="en-US" sz="2000" dirty="0"/>
              <a:t>Confusion Matrix</a:t>
            </a:r>
            <a:endParaRPr lang="en-US" sz="1600" dirty="0"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 sz="2000" dirty="0"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 dirty="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599981F-19DF-28E0-C0D2-4F907A05168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 dirty="0">
                <a:ea typeface="Source Sans Pro"/>
              </a:rPr>
              <a:t>Evaluation Metrics</a:t>
            </a:r>
            <a:endParaRPr lang="en-US" sz="2000" dirty="0">
              <a:solidFill>
                <a:srgbClr val="000000"/>
              </a:solidFill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231341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1CAB-08BF-B312-8735-92E7F41A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dirty="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E96EC-B0CF-A289-DD6F-7A35E2BED2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 dirty="0"/>
              <a:t>Baseline established using Logistic Regression</a:t>
            </a:r>
          </a:p>
          <a:p>
            <a:r>
              <a:rPr lang="en-US" sz="2000" dirty="0"/>
              <a:t>Tree-based models improved performance</a:t>
            </a:r>
          </a:p>
          <a:p>
            <a:r>
              <a:rPr lang="en-US" sz="2000" dirty="0" err="1"/>
              <a:t>XGBoost</a:t>
            </a:r>
            <a:r>
              <a:rPr lang="en-US" sz="2000" dirty="0"/>
              <a:t> achieved best F1 and ROC-AUC</a:t>
            </a:r>
          </a:p>
          <a:p>
            <a:r>
              <a:rPr lang="en-US" sz="2000" dirty="0"/>
              <a:t>Prediabetes detection remains weak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B4CFA6-8AC1-343C-8F30-D007D2F7AEF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 dirty="0">
                <a:ea typeface="Source Sans Pro"/>
              </a:rPr>
              <a:t>Results &amp; Benchmarking</a:t>
            </a:r>
            <a:endParaRPr lang="en-US" sz="2000" dirty="0">
              <a:solidFill>
                <a:srgbClr val="000000"/>
              </a:solidFill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080185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2669-B297-1AC1-7106-9B2C2D6F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E093-1CB8-193F-29BE-394CC4CD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sz="2800" dirty="0"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918F2D9-B010-7532-B7AA-B79450EA65E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 dirty="0"/>
              <a:t>Future Work &amp; Recommendations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664447-D2C4-2655-3A9F-71535F4E63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Lifestyle data alone is insufficient</a:t>
            </a:r>
          </a:p>
          <a:p>
            <a:r>
              <a:rPr lang="en-US" dirty="0"/>
              <a:t>Imbalance handling critical for performance</a:t>
            </a:r>
          </a:p>
          <a:p>
            <a:r>
              <a:rPr lang="en-US" dirty="0"/>
              <a:t>Feature engineering improves results</a:t>
            </a:r>
          </a:p>
          <a:p>
            <a:r>
              <a:rPr lang="en-US" dirty="0"/>
              <a:t>Model complexity increases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391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F862-A040-EC62-8059-451E7BF8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F454-8C3D-7384-BB8B-561583FA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Lifestyle &amp; Diabetes Prediction</a:t>
            </a:r>
            <a:endParaRPr lang="en-US" sz="2800" dirty="0"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EFF207C-F4FF-0D63-1506-AB88315D5ED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 dirty="0"/>
              <a:t>Key Insights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227A02-8522-5428-9874-5FF1FA1650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Include clinical biomarkers</a:t>
            </a:r>
          </a:p>
          <a:p>
            <a:r>
              <a:rPr lang="en-US" dirty="0"/>
              <a:t>Advanced feature engineering</a:t>
            </a:r>
          </a:p>
          <a:p>
            <a:r>
              <a:rPr lang="en-US" dirty="0"/>
              <a:t>Deep learning exploration</a:t>
            </a:r>
          </a:p>
          <a:p>
            <a:r>
              <a:rPr lang="en-US" dirty="0"/>
              <a:t>Deploy real-time prediction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278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BD4D-E347-938C-4C5C-F07DF903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9B1A-A783-A55A-6935-FEF29D98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C15DDB1-7E44-D458-8AEB-3BA6C115AB4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C5EB5-300B-41A8-E60E-74224A928B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ML models can predict diabetes risk moderately well</a:t>
            </a:r>
          </a:p>
          <a:p>
            <a:r>
              <a:rPr lang="en-US" dirty="0"/>
              <a:t>Data limitations restrict performance ceiling</a:t>
            </a:r>
          </a:p>
          <a:p>
            <a:r>
              <a:rPr lang="en-US" dirty="0"/>
              <a:t>Best results from ensemble methods</a:t>
            </a:r>
          </a:p>
          <a:p>
            <a:r>
              <a:rPr lang="en-US" dirty="0"/>
              <a:t>Further improvements require better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1036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IllinoisTech">
      <a:dk1>
        <a:srgbClr val="3F3F3F"/>
      </a:dk1>
      <a:lt1>
        <a:srgbClr val="FFFFFF"/>
      </a:lt1>
      <a:dk2>
        <a:srgbClr val="FFFFFF"/>
      </a:dk2>
      <a:lt2>
        <a:srgbClr val="3F3F3F"/>
      </a:lt2>
      <a:accent1>
        <a:srgbClr val="D6172F"/>
      </a:accent1>
      <a:accent2>
        <a:srgbClr val="76777B"/>
      </a:accent2>
      <a:accent3>
        <a:srgbClr val="FF9900"/>
      </a:accent3>
      <a:accent4>
        <a:srgbClr val="3F3F3F"/>
      </a:accent4>
      <a:accent5>
        <a:srgbClr val="000000"/>
      </a:accent5>
      <a:accent6>
        <a:srgbClr val="D6172F"/>
      </a:accent6>
      <a:hlink>
        <a:srgbClr val="D6172F"/>
      </a:hlink>
      <a:folHlink>
        <a:srgbClr val="D6172F"/>
      </a:folHlink>
    </a:clrScheme>
    <a:fontScheme name="Custom 3">
      <a:majorFont>
        <a:latin typeface="Roboto Slab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550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Courier New,monospace</vt:lpstr>
      <vt:lpstr>Neue Haas Grotesk Text Pro</vt:lpstr>
      <vt:lpstr>Source Sans Pro</vt:lpstr>
      <vt:lpstr>Wingdings</vt:lpstr>
      <vt:lpstr>1_Office Theme</vt:lpstr>
      <vt:lpstr> Lifestyle &amp; Diabetes Prediction Group#7  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Lifestyle &amp; Diabetes Prediction</vt:lpstr>
      <vt:lpstr>Housing Price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Mohemmad Asif Azhar</dc:creator>
  <cp:lastModifiedBy>Mohemmad Asif Azhar</cp:lastModifiedBy>
  <cp:revision>4</cp:revision>
  <dcterms:created xsi:type="dcterms:W3CDTF">2025-02-06T04:18:24Z</dcterms:created>
  <dcterms:modified xsi:type="dcterms:W3CDTF">2026-04-22T04:27:32Z</dcterms:modified>
</cp:coreProperties>
</file>